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7" r:id="rId4"/>
  </p:sldMasterIdLst>
  <p:notesMasterIdLst>
    <p:notesMasterId r:id="rId10"/>
  </p:notesMasterIdLst>
  <p:handoutMasterIdLst>
    <p:handoutMasterId r:id="rId11"/>
  </p:handoutMasterIdLst>
  <p:sldIdLst>
    <p:sldId id="311" r:id="rId5"/>
    <p:sldId id="342" r:id="rId6"/>
    <p:sldId id="340" r:id="rId7"/>
    <p:sldId id="353" r:id="rId8"/>
    <p:sldId id="354" r:id="rId9"/>
  </p:sldIdLst>
  <p:sldSz cx="12192000" cy="6858000"/>
  <p:notesSz cx="7099300" cy="10236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orient="horz" pos="240" userDrawn="1">
          <p15:clr>
            <a:srgbClr val="A4A3A4"/>
          </p15:clr>
        </p15:guide>
        <p15:guide id="3" orient="horz" pos="4220" userDrawn="1">
          <p15:clr>
            <a:srgbClr val="A4A3A4"/>
          </p15:clr>
        </p15:guide>
        <p15:guide id="4" orient="horz" pos="34" userDrawn="1">
          <p15:clr>
            <a:srgbClr val="A4A3A4"/>
          </p15:clr>
        </p15:guide>
        <p15:guide id="5" orient="horz" pos="3486" userDrawn="1">
          <p15:clr>
            <a:srgbClr val="A4A3A4"/>
          </p15:clr>
        </p15:guide>
        <p15:guide id="6" orient="horz" pos="1026" userDrawn="1">
          <p15:clr>
            <a:srgbClr val="A4A3A4"/>
          </p15:clr>
        </p15:guide>
        <p15:guide id="7" orient="horz" pos="3788" userDrawn="1">
          <p15:clr>
            <a:srgbClr val="A4A3A4"/>
          </p15:clr>
        </p15:guide>
        <p15:guide id="8" pos="3839" userDrawn="1">
          <p15:clr>
            <a:srgbClr val="A4A3A4"/>
          </p15:clr>
        </p15:guide>
        <p15:guide id="9" pos="7521" userDrawn="1">
          <p15:clr>
            <a:srgbClr val="A4A3A4"/>
          </p15:clr>
        </p15:guide>
        <p15:guide id="10" pos="229" userDrawn="1">
          <p15:clr>
            <a:srgbClr val="A4A3A4"/>
          </p15:clr>
        </p15:guide>
        <p15:guide id="11" orient="horz" pos="2187" userDrawn="1">
          <p15:clr>
            <a:srgbClr val="A4A3A4"/>
          </p15:clr>
        </p15:guide>
        <p15:guide id="12" orient="horz" pos="258" userDrawn="1">
          <p15:clr>
            <a:srgbClr val="A4A3A4"/>
          </p15:clr>
        </p15:guide>
        <p15:guide id="13" orient="horz" pos="4245" userDrawn="1">
          <p15:clr>
            <a:srgbClr val="A4A3A4"/>
          </p15:clr>
        </p15:guide>
        <p15:guide id="14" orient="horz" pos="3270" userDrawn="1">
          <p15:clr>
            <a:srgbClr val="A4A3A4"/>
          </p15:clr>
        </p15:guide>
        <p15:guide id="15" orient="horz" pos="1344" userDrawn="1">
          <p15:clr>
            <a:srgbClr val="A4A3A4"/>
          </p15:clr>
        </p15:guide>
        <p15:guide id="16" pos="7475" userDrawn="1">
          <p15:clr>
            <a:srgbClr val="A4A3A4"/>
          </p15:clr>
        </p15:guide>
        <p15:guide id="17" pos="205" userDrawn="1">
          <p15:clr>
            <a:srgbClr val="A4A3A4"/>
          </p15:clr>
        </p15:guide>
        <p15:guide id="18" pos="15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90AC"/>
    <a:srgbClr val="027180"/>
    <a:srgbClr val="00ADC6"/>
    <a:srgbClr val="BC9D45"/>
    <a:srgbClr val="42464C"/>
    <a:srgbClr val="A08C5C"/>
    <a:srgbClr val="914146"/>
    <a:srgbClr val="96BEAF"/>
    <a:srgbClr val="668980"/>
    <a:srgbClr val="9FD9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184" autoAdjust="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>
        <p:guide orient="horz" pos="2159"/>
        <p:guide orient="horz" pos="240"/>
        <p:guide orient="horz" pos="4220"/>
        <p:guide orient="horz" pos="34"/>
        <p:guide orient="horz" pos="3486"/>
        <p:guide orient="horz" pos="1026"/>
        <p:guide orient="horz" pos="3788"/>
        <p:guide pos="3839"/>
        <p:guide pos="7521"/>
        <p:guide pos="229"/>
        <p:guide orient="horz" pos="2187"/>
        <p:guide orient="horz" pos="258"/>
        <p:guide orient="horz" pos="4245"/>
        <p:guide orient="horz" pos="3270"/>
        <p:guide orient="horz" pos="1344"/>
        <p:guide pos="7475"/>
        <p:guide pos="205"/>
        <p:guide pos="15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inberg, Alex" userId="b030e06d-ab0e-438e-96ed-d9d49b9cecc2" providerId="ADAL" clId="{D2F49670-E1FA-4BCE-979F-80690A8C7224}"/>
    <pc:docChg chg="custSel delSld modSld">
      <pc:chgData name="Grinberg, Alex" userId="b030e06d-ab0e-438e-96ed-d9d49b9cecc2" providerId="ADAL" clId="{D2F49670-E1FA-4BCE-979F-80690A8C7224}" dt="2026-02-20T18:40:37.990" v="14" actId="47"/>
      <pc:docMkLst>
        <pc:docMk/>
      </pc:docMkLst>
      <pc:sldChg chg="modSp mod">
        <pc:chgData name="Grinberg, Alex" userId="b030e06d-ab0e-438e-96ed-d9d49b9cecc2" providerId="ADAL" clId="{D2F49670-E1FA-4BCE-979F-80690A8C7224}" dt="2026-02-20T18:16:00.260" v="6" actId="27636"/>
        <pc:sldMkLst>
          <pc:docMk/>
          <pc:sldMk cId="1868554261" sldId="311"/>
        </pc:sldMkLst>
        <pc:spChg chg="mod">
          <ac:chgData name="Grinberg, Alex" userId="b030e06d-ab0e-438e-96ed-d9d49b9cecc2" providerId="ADAL" clId="{D2F49670-E1FA-4BCE-979F-80690A8C7224}" dt="2026-02-20T18:16:00.260" v="6" actId="27636"/>
          <ac:spMkLst>
            <pc:docMk/>
            <pc:sldMk cId="1868554261" sldId="311"/>
            <ac:spMk id="2" creationId="{22A3AD31-9AFC-49D8-A68D-36F0A18ECEEC}"/>
          </ac:spMkLst>
        </pc:spChg>
      </pc:sldChg>
      <pc:sldChg chg="del">
        <pc:chgData name="Grinberg, Alex" userId="b030e06d-ab0e-438e-96ed-d9d49b9cecc2" providerId="ADAL" clId="{D2F49670-E1FA-4BCE-979F-80690A8C7224}" dt="2026-02-20T18:40:30.922" v="11" actId="47"/>
        <pc:sldMkLst>
          <pc:docMk/>
          <pc:sldMk cId="2825079811" sldId="343"/>
        </pc:sldMkLst>
      </pc:sldChg>
      <pc:sldChg chg="del">
        <pc:chgData name="Grinberg, Alex" userId="b030e06d-ab0e-438e-96ed-d9d49b9cecc2" providerId="ADAL" clId="{D2F49670-E1FA-4BCE-979F-80690A8C7224}" dt="2026-02-20T18:40:28.686" v="10" actId="47"/>
        <pc:sldMkLst>
          <pc:docMk/>
          <pc:sldMk cId="1016923340" sldId="344"/>
        </pc:sldMkLst>
      </pc:sldChg>
      <pc:sldChg chg="del">
        <pc:chgData name="Grinberg, Alex" userId="b030e06d-ab0e-438e-96ed-d9d49b9cecc2" providerId="ADAL" clId="{D2F49670-E1FA-4BCE-979F-80690A8C7224}" dt="2026-02-20T18:40:33.575" v="12" actId="47"/>
        <pc:sldMkLst>
          <pc:docMk/>
          <pc:sldMk cId="1992400450" sldId="345"/>
        </pc:sldMkLst>
      </pc:sldChg>
      <pc:sldChg chg="del">
        <pc:chgData name="Grinberg, Alex" userId="b030e06d-ab0e-438e-96ed-d9d49b9cecc2" providerId="ADAL" clId="{D2F49670-E1FA-4BCE-979F-80690A8C7224}" dt="2026-02-20T18:40:34.850" v="13" actId="47"/>
        <pc:sldMkLst>
          <pc:docMk/>
          <pc:sldMk cId="949481705" sldId="346"/>
        </pc:sldMkLst>
      </pc:sldChg>
      <pc:sldChg chg="del">
        <pc:chgData name="Grinberg, Alex" userId="b030e06d-ab0e-438e-96ed-d9d49b9cecc2" providerId="ADAL" clId="{D2F49670-E1FA-4BCE-979F-80690A8C7224}" dt="2026-02-20T18:40:37.990" v="14" actId="47"/>
        <pc:sldMkLst>
          <pc:docMk/>
          <pc:sldMk cId="2597057515" sldId="347"/>
        </pc:sldMkLst>
      </pc:sldChg>
      <pc:sldChg chg="del">
        <pc:chgData name="Grinberg, Alex" userId="b030e06d-ab0e-438e-96ed-d9d49b9cecc2" providerId="ADAL" clId="{D2F49670-E1FA-4BCE-979F-80690A8C7224}" dt="2026-02-20T18:40:21.829" v="8" actId="47"/>
        <pc:sldMkLst>
          <pc:docMk/>
          <pc:sldMk cId="4089041187" sldId="348"/>
        </pc:sldMkLst>
      </pc:sldChg>
      <pc:sldChg chg="del">
        <pc:chgData name="Grinberg, Alex" userId="b030e06d-ab0e-438e-96ed-d9d49b9cecc2" providerId="ADAL" clId="{D2F49670-E1FA-4BCE-979F-80690A8C7224}" dt="2026-02-20T18:40:21.829" v="8" actId="47"/>
        <pc:sldMkLst>
          <pc:docMk/>
          <pc:sldMk cId="3724713906" sldId="349"/>
        </pc:sldMkLst>
      </pc:sldChg>
      <pc:sldChg chg="del">
        <pc:chgData name="Grinberg, Alex" userId="b030e06d-ab0e-438e-96ed-d9d49b9cecc2" providerId="ADAL" clId="{D2F49670-E1FA-4BCE-979F-80690A8C7224}" dt="2026-02-20T18:40:25.156" v="9" actId="47"/>
        <pc:sldMkLst>
          <pc:docMk/>
          <pc:sldMk cId="767417491" sldId="350"/>
        </pc:sldMkLst>
      </pc:sldChg>
      <pc:sldChg chg="del">
        <pc:chgData name="Grinberg, Alex" userId="b030e06d-ab0e-438e-96ed-d9d49b9cecc2" providerId="ADAL" clId="{D2F49670-E1FA-4BCE-979F-80690A8C7224}" dt="2026-02-20T18:40:28.686" v="10" actId="47"/>
        <pc:sldMkLst>
          <pc:docMk/>
          <pc:sldMk cId="3927563234" sldId="351"/>
        </pc:sldMkLst>
      </pc:sldChg>
      <pc:sldChg chg="del">
        <pc:chgData name="Grinberg, Alex" userId="b030e06d-ab0e-438e-96ed-d9d49b9cecc2" providerId="ADAL" clId="{D2F49670-E1FA-4BCE-979F-80690A8C7224}" dt="2026-02-20T18:38:27.103" v="7" actId="2696"/>
        <pc:sldMkLst>
          <pc:docMk/>
          <pc:sldMk cId="3219758606" sldId="352"/>
        </pc:sldMkLst>
      </pc:sldChg>
      <pc:sldChg chg="del">
        <pc:chgData name="Grinberg, Alex" userId="b030e06d-ab0e-438e-96ed-d9d49b9cecc2" providerId="ADAL" clId="{D2F49670-E1FA-4BCE-979F-80690A8C7224}" dt="2026-02-20T18:40:21.829" v="8" actId="47"/>
        <pc:sldMkLst>
          <pc:docMk/>
          <pc:sldMk cId="1485619943" sldId="35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5257" cy="511486"/>
          </a:xfrm>
          <a:prstGeom prst="rect">
            <a:avLst/>
          </a:prstGeom>
        </p:spPr>
        <p:txBody>
          <a:bodyPr vert="horz" wrap="square" lIns="97429" tIns="48715" rIns="97429" bIns="4871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0725" y="0"/>
            <a:ext cx="3076917" cy="511486"/>
          </a:xfrm>
          <a:prstGeom prst="rect">
            <a:avLst/>
          </a:prstGeom>
        </p:spPr>
        <p:txBody>
          <a:bodyPr vert="horz" wrap="square" lIns="97429" tIns="48715" rIns="97429" bIns="4871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r>
              <a:rPr lang="fr-FR"/>
              <a:t>CONFIDENTIALITY LEVEL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2" y="9721469"/>
            <a:ext cx="3075257" cy="513109"/>
          </a:xfrm>
          <a:prstGeom prst="rect">
            <a:avLst/>
          </a:prstGeom>
        </p:spPr>
        <p:txBody>
          <a:bodyPr vert="horz" wrap="square" lIns="97429" tIns="48715" rIns="97429" bIns="48715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/>
            </a:lvl1pPr>
          </a:lstStyle>
          <a:p>
            <a:r>
              <a:rPr lang="fr-FR"/>
              <a:t>Title of the presentation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0725" y="9721469"/>
            <a:ext cx="3076917" cy="513109"/>
          </a:xfrm>
          <a:prstGeom prst="rect">
            <a:avLst/>
          </a:prstGeom>
        </p:spPr>
        <p:txBody>
          <a:bodyPr vert="horz" wrap="square" lIns="97429" tIns="48715" rIns="97429" bIns="4871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fld id="{A45A4975-6CFE-4840-9B29-7E8FF68A7FDB}" type="slidenum">
              <a:rPr lang="fr-FR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040220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5257" cy="511486"/>
          </a:xfrm>
          <a:prstGeom prst="rect">
            <a:avLst/>
          </a:prstGeom>
        </p:spPr>
        <p:txBody>
          <a:bodyPr vert="horz" wrap="square" lIns="97429" tIns="48715" rIns="97429" bIns="4871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0725" y="0"/>
            <a:ext cx="3076917" cy="511486"/>
          </a:xfrm>
          <a:prstGeom prst="rect">
            <a:avLst/>
          </a:prstGeom>
        </p:spPr>
        <p:txBody>
          <a:bodyPr vert="horz" wrap="square" lIns="97429" tIns="48715" rIns="97429" bIns="4871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r>
              <a:rPr lang="fr-FR"/>
              <a:t>CONFIDENTIALITY LEVEL</a:t>
            </a:r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7429" tIns="48715" rIns="97429" bIns="48715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930" y="4861545"/>
            <a:ext cx="5679440" cy="4606615"/>
          </a:xfrm>
          <a:prstGeom prst="rect">
            <a:avLst/>
          </a:prstGeom>
        </p:spPr>
        <p:txBody>
          <a:bodyPr vert="horz" lIns="97429" tIns="48715" rIns="97429" bIns="48715" rtlCol="0"/>
          <a:lstStyle/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721469"/>
            <a:ext cx="3075257" cy="513109"/>
          </a:xfrm>
          <a:prstGeom prst="rect">
            <a:avLst/>
          </a:prstGeom>
        </p:spPr>
        <p:txBody>
          <a:bodyPr vert="horz" wrap="square" lIns="97429" tIns="48715" rIns="97429" bIns="48715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/>
            </a:lvl1pPr>
          </a:lstStyle>
          <a:p>
            <a:r>
              <a:rPr lang="fr-FR"/>
              <a:t>Title of the presentation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0725" y="9721469"/>
            <a:ext cx="3076917" cy="513109"/>
          </a:xfrm>
          <a:prstGeom prst="rect">
            <a:avLst/>
          </a:prstGeom>
        </p:spPr>
        <p:txBody>
          <a:bodyPr vert="horz" wrap="square" lIns="97429" tIns="48715" rIns="97429" bIns="4871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fld id="{930332B2-55D9-421F-A138-9E18F33D61D4}" type="slidenum">
              <a:rPr lang="fr-FR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7892981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599435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19887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798305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39774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997175" algn="l" defTabSz="11988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96610" algn="l" defTabSz="11988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96044" algn="l" defTabSz="11988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95479" algn="l" defTabSz="11988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78040-FCAA-45FB-B13A-9ACED72F3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6E0F86-5442-4895-8AC0-F866D983D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9C4A4-6A0F-4A01-995D-1459F651A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Title of the presentation l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DFD1B-1273-468E-8EDC-DB3175F9C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CONFIDENTIALITY LEVEL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85C04-EB47-4664-81B6-A8AED9070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9B25-67B9-4057-9529-B60055779A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282906"/>
      </p:ext>
    </p:extLst>
  </p:cSld>
  <p:clrMapOvr>
    <a:masterClrMapping/>
  </p:clrMapOvr>
  <p:hf sldNum="0"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E6376-E9AE-4E14-BB88-477B161A8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169B3-7206-4E5D-AA9D-62B0975FC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0AE59-563B-4539-9149-0B2A2219B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Title of the presentation l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1EEDD-8D6D-4FBA-941F-9A9F2FA06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CONFIDENTIALITY LEVEL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491A7-88C8-478E-875F-C5D6FB03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9B25-67B9-4057-9529-B60055779A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063857"/>
      </p:ext>
    </p:extLst>
  </p:cSld>
  <p:clrMapOvr>
    <a:masterClrMapping/>
  </p:clrMapOvr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3252-F664-4E68-B54B-9DBC6F900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07131-818F-4013-8971-E06FF738B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31938-D460-4DAC-A92C-E43CE75ED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Title of the presentation l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5E0F2-05DE-476B-9109-D69F0E0BC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CONFIDENTIALITY LEVEL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BE5D4-DE18-4F43-A98E-7203C424C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9B25-67B9-4057-9529-B60055779A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0115319"/>
      </p:ext>
    </p:extLst>
  </p:cSld>
  <p:clrMapOvr>
    <a:masterClrMapping/>
  </p:clrMapOvr>
  <p:hf sldNum="0"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76916-5141-442D-9FB9-CF6C624F0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65656-E54F-497B-927E-606FD5E8E5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A3D5C-FD25-425C-9FC2-A633F3BDD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ECF2C-4032-411E-8BD3-93A9FDF82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Title of the presentation l 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25D9A6-8784-4BB0-9FCF-33518EDB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CONFIDENTIALITY LEVEL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778F6-7126-4CE7-86E2-CBA5B0DC9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9B25-67B9-4057-9529-B60055779A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483915"/>
      </p:ext>
    </p:extLst>
  </p:cSld>
  <p:clrMapOvr>
    <a:masterClrMapping/>
  </p:clrMapOvr>
  <p:hf sldNum="0"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E5394-E7BA-4FA9-B0E4-C6321838C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01109-20EF-43E5-87A7-F0D5532E4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E6EA9-FA6B-4ACA-BBBC-49425A444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2F064A-598C-4B61-859E-4A53661925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E96196-95F8-44AE-B3CE-BD57889E25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0D02A-0E6B-4E7F-B51A-D21B972C6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Title of the presentation l Date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B0D031-CC92-4ABE-AB32-1806CABC0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CONFIDENTIALITY LEVEL</a:t>
            </a:r>
            <a:endParaRPr lang="en-US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F4859E-5114-4FD7-A92B-9656820F3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9B25-67B9-4057-9529-B60055779A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734208"/>
      </p:ext>
    </p:extLst>
  </p:cSld>
  <p:clrMapOvr>
    <a:masterClrMapping/>
  </p:clrMapOvr>
  <p:hf sldNum="0"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479EC-E26B-4631-8D77-78B18BEE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50BAB5-014E-4409-ADF8-DC8DBE801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Title of the presentation l Date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927A02-F797-43F1-9580-6005F9414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CONFIDENTIALITY LEVEL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61F3EF-C1FE-406F-90C6-EBB53962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9B25-67B9-4057-9529-B60055779A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6125398"/>
      </p:ext>
    </p:extLst>
  </p:cSld>
  <p:clrMapOvr>
    <a:masterClrMapping/>
  </p:clrMapOvr>
  <p:hf sldNum="0"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180578-1C1C-4573-82FA-7741E0ED6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Title of the presentation l Date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EC66AC-7177-4871-BBDA-8FEE16E1F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CONFIDENTIALITY LEVEL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A0708-CD79-4AD7-8EA0-0F2B7E206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9B25-67B9-4057-9529-B60055779A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915972"/>
      </p:ext>
    </p:extLst>
  </p:cSld>
  <p:clrMapOvr>
    <a:masterClrMapping/>
  </p:clrMapOvr>
  <p:hf sldNum="0"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5920-E280-4AF0-ACF8-7D15EF811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8B360-4AD4-4C07-916B-776A94D76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DE9DE-663F-416E-9B45-2C6531D7E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CA3DD-2C22-451C-8C54-04C906A11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Title of the presentation l 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C9619-C77B-45F7-A0A2-661A2DA5B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CONFIDENTIALITY LEVEL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F907C2-10F6-45F6-B8BB-053910635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9B25-67B9-4057-9529-B60055779A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4455781"/>
      </p:ext>
    </p:extLst>
  </p:cSld>
  <p:clrMapOvr>
    <a:masterClrMapping/>
  </p:clrMapOvr>
  <p:hf sldNum="0"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B3122-BFC4-4444-A4E8-07FFA8BB1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193513-83C0-47B8-9F49-61069A1581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9ECA9B-51A0-464E-924E-8A5E47697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5F67B-7592-440B-B2A5-988C4471D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Title of the presentation l 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BBEB5-113D-4CAB-90D3-E68B34371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CONFIDENTIALITY LEVEL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D06A2-87E5-4130-B266-9A5E22BC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9B25-67B9-4057-9529-B60055779A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090056"/>
      </p:ext>
    </p:extLst>
  </p:cSld>
  <p:clrMapOvr>
    <a:masterClrMapping/>
  </p:clrMapOvr>
  <p:hf sldNum="0"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78F8E-EA2B-41AE-9289-86B403E94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5DD982-C593-4DD1-8630-30AFFDC12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263E5-1F49-44BB-8AB2-9595737DD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Title of the presentation l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95E07-5E31-4D24-988D-6D8DE2897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CONFIDENTIALITY LEVEL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0C19C-2AF9-400F-BC67-C6325B2C3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9B25-67B9-4057-9529-B60055779A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9611"/>
      </p:ext>
    </p:extLst>
  </p:cSld>
  <p:clrMapOvr>
    <a:masterClrMapping/>
  </p:clrMapOvr>
  <p:hf sldNum="0"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2BE0E0-6F31-48DA-AB60-541C02F5B9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7E69D2-153C-4E13-AB96-37E7FB7BF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BD67F-8A9D-4908-B763-F9622FB6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Title of the presentation l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3F931-A7D7-491E-AEFB-7188D6210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CONFIDENTIALITY LEVEL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EE4D-77BC-456B-9FCD-6E4B6E886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9B25-67B9-4057-9529-B60055779A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632485"/>
      </p:ext>
    </p:extLst>
  </p:cSld>
  <p:clrMapOvr>
    <a:masterClrMapping/>
  </p:clrMapOvr>
  <p:hf sldNum="0"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_Teal">
    <p:bg>
      <p:bgPr>
        <a:solidFill>
          <a:srgbClr val="027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1998134" y="0"/>
            <a:ext cx="10205156" cy="6866467"/>
          </a:xfrm>
          <a:custGeom>
            <a:avLst/>
            <a:gdLst>
              <a:gd name="connsiteX0" fmla="*/ 0 w 7653867"/>
              <a:gd name="connsiteY0" fmla="*/ 6858000 h 6866467"/>
              <a:gd name="connsiteX1" fmla="*/ 6519333 w 7653867"/>
              <a:gd name="connsiteY1" fmla="*/ 0 h 6866467"/>
              <a:gd name="connsiteX2" fmla="*/ 7653867 w 7653867"/>
              <a:gd name="connsiteY2" fmla="*/ 0 h 6866467"/>
              <a:gd name="connsiteX3" fmla="*/ 7653867 w 7653867"/>
              <a:gd name="connsiteY3" fmla="*/ 6866467 h 6866467"/>
              <a:gd name="connsiteX4" fmla="*/ 0 w 7653867"/>
              <a:gd name="connsiteY4" fmla="*/ 685800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53867" h="6866467">
                <a:moveTo>
                  <a:pt x="0" y="6858000"/>
                </a:moveTo>
                <a:lnTo>
                  <a:pt x="6519333" y="0"/>
                </a:lnTo>
                <a:lnTo>
                  <a:pt x="7653867" y="0"/>
                </a:lnTo>
                <a:lnTo>
                  <a:pt x="7653867" y="6866467"/>
                </a:lnTo>
                <a:lnTo>
                  <a:pt x="0" y="6858000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6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sp>
        <p:nvSpPr>
          <p:cNvPr id="17" name="Espace réservé du contenu 9"/>
          <p:cNvSpPr>
            <a:spLocks noGrp="1"/>
          </p:cNvSpPr>
          <p:nvPr>
            <p:ph sz="quarter" idx="11" hasCustomPrompt="1"/>
          </p:nvPr>
        </p:nvSpPr>
        <p:spPr>
          <a:xfrm>
            <a:off x="0" y="2806383"/>
            <a:ext cx="12192000" cy="12700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ctr">
              <a:buNone/>
              <a:defRPr sz="5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205195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1"/>
          <p:cNvSpPr>
            <a:spLocks noGrp="1"/>
          </p:cNvSpPr>
          <p:nvPr>
            <p:ph type="dt" sz="half" idx="2"/>
          </p:nvPr>
        </p:nvSpPr>
        <p:spPr>
          <a:xfrm>
            <a:off x="667003" y="6541946"/>
            <a:ext cx="2954020" cy="233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Title of the presentation l Date</a:t>
            </a:r>
          </a:p>
        </p:txBody>
      </p:sp>
      <p:sp>
        <p:nvSpPr>
          <p:cNvPr id="4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435941" y="6541946"/>
            <a:ext cx="3299883" cy="233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0000"/>
                </a:solidFill>
                <a:latin typeface="+mj-lt"/>
              </a:defRPr>
            </a:lvl1pPr>
          </a:lstStyle>
          <a:p>
            <a:r>
              <a:rPr lang="en-US" noProof="0"/>
              <a:t>CONFIDENTIALITY LEVEL</a:t>
            </a:r>
          </a:p>
        </p:txBody>
      </p:sp>
      <p:pic>
        <p:nvPicPr>
          <p:cNvPr id="5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1714629" y="6502629"/>
            <a:ext cx="316092" cy="237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Espace réservé du texte 13"/>
          <p:cNvSpPr>
            <a:spLocks noGrp="1"/>
          </p:cNvSpPr>
          <p:nvPr>
            <p:ph type="body" sz="quarter" idx="12" hasCustomPrompt="1"/>
          </p:nvPr>
        </p:nvSpPr>
        <p:spPr>
          <a:xfrm>
            <a:off x="312001" y="330250"/>
            <a:ext cx="11554033" cy="369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Title </a:t>
            </a:r>
            <a:endParaRPr lang="fr-FR" dirty="0"/>
          </a:p>
        </p:txBody>
      </p:sp>
      <p:sp>
        <p:nvSpPr>
          <p:cNvPr id="8" name="Espace réservé du texte 15"/>
          <p:cNvSpPr>
            <a:spLocks noGrp="1"/>
          </p:cNvSpPr>
          <p:nvPr>
            <p:ph type="body" sz="quarter" idx="13" hasCustomPrompt="1"/>
          </p:nvPr>
        </p:nvSpPr>
        <p:spPr>
          <a:xfrm>
            <a:off x="313267" y="814529"/>
            <a:ext cx="11552767" cy="2952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Subtitle or next title (optional)</a:t>
            </a:r>
          </a:p>
        </p:txBody>
      </p:sp>
    </p:spTree>
    <p:extLst>
      <p:ext uri="{BB962C8B-B14F-4D97-AF65-F5344CB8AC3E}">
        <p14:creationId xmlns:p14="http://schemas.microsoft.com/office/powerpoint/2010/main" val="1125935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Insurance and Reinsurance_Teal">
    <p:bg>
      <p:bgPr>
        <a:solidFill>
          <a:srgbClr val="027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 userDrawn="1"/>
        </p:nvSpPr>
        <p:spPr>
          <a:xfrm>
            <a:off x="-20320" y="1714500"/>
            <a:ext cx="7914640" cy="5143500"/>
          </a:xfrm>
          <a:custGeom>
            <a:avLst/>
            <a:gdLst>
              <a:gd name="connsiteX0" fmla="*/ 0 w 5935980"/>
              <a:gd name="connsiteY0" fmla="*/ 4640580 h 5143500"/>
              <a:gd name="connsiteX1" fmla="*/ 3589020 w 5935980"/>
              <a:gd name="connsiteY1" fmla="*/ 0 h 5143500"/>
              <a:gd name="connsiteX2" fmla="*/ 5935980 w 5935980"/>
              <a:gd name="connsiteY2" fmla="*/ 0 h 5143500"/>
              <a:gd name="connsiteX3" fmla="*/ 1981200 w 5935980"/>
              <a:gd name="connsiteY3" fmla="*/ 5143500 h 5143500"/>
              <a:gd name="connsiteX4" fmla="*/ 7620 w 5935980"/>
              <a:gd name="connsiteY4" fmla="*/ 5143500 h 5143500"/>
              <a:gd name="connsiteX5" fmla="*/ 0 w 5935980"/>
              <a:gd name="connsiteY5" fmla="*/ 4640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35980" h="5143500">
                <a:moveTo>
                  <a:pt x="0" y="4640580"/>
                </a:moveTo>
                <a:lnTo>
                  <a:pt x="3589020" y="0"/>
                </a:lnTo>
                <a:lnTo>
                  <a:pt x="5935980" y="0"/>
                </a:lnTo>
                <a:lnTo>
                  <a:pt x="1981200" y="5143500"/>
                </a:lnTo>
                <a:lnTo>
                  <a:pt x="7620" y="5143500"/>
                </a:lnTo>
                <a:lnTo>
                  <a:pt x="0" y="4640580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1800">
              <a:latin typeface="+mj-lt"/>
            </a:endParaRP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sp>
        <p:nvSpPr>
          <p:cNvPr id="19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212837" y="6379734"/>
            <a:ext cx="3595200" cy="2862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20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212837" y="6013450"/>
            <a:ext cx="3595200" cy="3528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3" y="350560"/>
            <a:ext cx="1970719" cy="382480"/>
          </a:xfrm>
          <a:prstGeom prst="rect">
            <a:avLst/>
          </a:prstGeom>
        </p:spPr>
      </p:pic>
      <p:sp>
        <p:nvSpPr>
          <p:cNvPr id="14" name="Titre 11"/>
          <p:cNvSpPr>
            <a:spLocks noGrp="1"/>
          </p:cNvSpPr>
          <p:nvPr>
            <p:ph type="title" hasCustomPrompt="1"/>
          </p:nvPr>
        </p:nvSpPr>
        <p:spPr>
          <a:xfrm>
            <a:off x="2670048" y="2761488"/>
            <a:ext cx="9361085" cy="2982848"/>
          </a:xfrm>
          <a:prstGeom prst="rect">
            <a:avLst/>
          </a:prstGeom>
        </p:spPr>
        <p:txBody>
          <a:bodyPr/>
          <a:lstStyle>
            <a:lvl1pPr marL="0" indent="1162050" algn="l">
              <a:defRPr sz="5000" b="1" baseline="0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                   presentation in bold here</a:t>
            </a:r>
          </a:p>
        </p:txBody>
      </p:sp>
    </p:spTree>
    <p:extLst>
      <p:ext uri="{BB962C8B-B14F-4D97-AF65-F5344CB8AC3E}">
        <p14:creationId xmlns:p14="http://schemas.microsoft.com/office/powerpoint/2010/main" val="416554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Insurance_Teal">
    <p:bg>
      <p:bgPr>
        <a:solidFill>
          <a:srgbClr val="027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 userDrawn="1"/>
        </p:nvSpPr>
        <p:spPr>
          <a:xfrm>
            <a:off x="-20320" y="1714500"/>
            <a:ext cx="7914640" cy="5143500"/>
          </a:xfrm>
          <a:custGeom>
            <a:avLst/>
            <a:gdLst>
              <a:gd name="connsiteX0" fmla="*/ 0 w 5935980"/>
              <a:gd name="connsiteY0" fmla="*/ 4640580 h 5143500"/>
              <a:gd name="connsiteX1" fmla="*/ 3589020 w 5935980"/>
              <a:gd name="connsiteY1" fmla="*/ 0 h 5143500"/>
              <a:gd name="connsiteX2" fmla="*/ 5935980 w 5935980"/>
              <a:gd name="connsiteY2" fmla="*/ 0 h 5143500"/>
              <a:gd name="connsiteX3" fmla="*/ 1981200 w 5935980"/>
              <a:gd name="connsiteY3" fmla="*/ 5143500 h 5143500"/>
              <a:gd name="connsiteX4" fmla="*/ 7620 w 5935980"/>
              <a:gd name="connsiteY4" fmla="*/ 5143500 h 5143500"/>
              <a:gd name="connsiteX5" fmla="*/ 0 w 5935980"/>
              <a:gd name="connsiteY5" fmla="*/ 4640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35980" h="5143500">
                <a:moveTo>
                  <a:pt x="0" y="4640580"/>
                </a:moveTo>
                <a:lnTo>
                  <a:pt x="3589020" y="0"/>
                </a:lnTo>
                <a:lnTo>
                  <a:pt x="5935980" y="0"/>
                </a:lnTo>
                <a:lnTo>
                  <a:pt x="1981200" y="5143500"/>
                </a:lnTo>
                <a:lnTo>
                  <a:pt x="7620" y="5143500"/>
                </a:lnTo>
                <a:lnTo>
                  <a:pt x="0" y="4640580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1800">
              <a:latin typeface="+mj-lt"/>
            </a:endParaRP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sp>
        <p:nvSpPr>
          <p:cNvPr id="19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212837" y="6379734"/>
            <a:ext cx="3595200" cy="2862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20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212837" y="6013450"/>
            <a:ext cx="3595200" cy="3528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sp>
        <p:nvSpPr>
          <p:cNvPr id="14" name="Titre 11"/>
          <p:cNvSpPr>
            <a:spLocks noGrp="1"/>
          </p:cNvSpPr>
          <p:nvPr>
            <p:ph type="title" hasCustomPrompt="1"/>
          </p:nvPr>
        </p:nvSpPr>
        <p:spPr>
          <a:xfrm>
            <a:off x="2670048" y="2761488"/>
            <a:ext cx="9361085" cy="2982848"/>
          </a:xfrm>
          <a:prstGeom prst="rect">
            <a:avLst/>
          </a:prstGeom>
        </p:spPr>
        <p:txBody>
          <a:bodyPr/>
          <a:lstStyle>
            <a:lvl1pPr marL="0" indent="1162050" algn="l">
              <a:defRPr sz="5000" b="1" baseline="0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                   presentation in bold here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1" y="350562"/>
            <a:ext cx="1518532" cy="21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1084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Reinsurance_Teal">
    <p:bg>
      <p:bgPr>
        <a:solidFill>
          <a:srgbClr val="027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 userDrawn="1"/>
        </p:nvSpPr>
        <p:spPr>
          <a:xfrm>
            <a:off x="-20320" y="1714500"/>
            <a:ext cx="7914640" cy="5143500"/>
          </a:xfrm>
          <a:custGeom>
            <a:avLst/>
            <a:gdLst>
              <a:gd name="connsiteX0" fmla="*/ 0 w 5935980"/>
              <a:gd name="connsiteY0" fmla="*/ 4640580 h 5143500"/>
              <a:gd name="connsiteX1" fmla="*/ 3589020 w 5935980"/>
              <a:gd name="connsiteY1" fmla="*/ 0 h 5143500"/>
              <a:gd name="connsiteX2" fmla="*/ 5935980 w 5935980"/>
              <a:gd name="connsiteY2" fmla="*/ 0 h 5143500"/>
              <a:gd name="connsiteX3" fmla="*/ 1981200 w 5935980"/>
              <a:gd name="connsiteY3" fmla="*/ 5143500 h 5143500"/>
              <a:gd name="connsiteX4" fmla="*/ 7620 w 5935980"/>
              <a:gd name="connsiteY4" fmla="*/ 5143500 h 5143500"/>
              <a:gd name="connsiteX5" fmla="*/ 0 w 5935980"/>
              <a:gd name="connsiteY5" fmla="*/ 4640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35980" h="5143500">
                <a:moveTo>
                  <a:pt x="0" y="4640580"/>
                </a:moveTo>
                <a:lnTo>
                  <a:pt x="3589020" y="0"/>
                </a:lnTo>
                <a:lnTo>
                  <a:pt x="5935980" y="0"/>
                </a:lnTo>
                <a:lnTo>
                  <a:pt x="1981200" y="5143500"/>
                </a:lnTo>
                <a:lnTo>
                  <a:pt x="7620" y="5143500"/>
                </a:lnTo>
                <a:lnTo>
                  <a:pt x="0" y="4640580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180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3" y="350560"/>
            <a:ext cx="1795636" cy="220298"/>
          </a:xfrm>
          <a:prstGeom prst="rect">
            <a:avLst/>
          </a:prstGeom>
        </p:spPr>
      </p:pic>
      <p:sp>
        <p:nvSpPr>
          <p:cNvPr id="16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212837" y="6379734"/>
            <a:ext cx="3595200" cy="2862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7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212837" y="6013450"/>
            <a:ext cx="3595200" cy="3528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sp>
        <p:nvSpPr>
          <p:cNvPr id="12" name="Titre 11"/>
          <p:cNvSpPr>
            <a:spLocks noGrp="1"/>
          </p:cNvSpPr>
          <p:nvPr>
            <p:ph type="title" hasCustomPrompt="1"/>
          </p:nvPr>
        </p:nvSpPr>
        <p:spPr>
          <a:xfrm>
            <a:off x="2670048" y="2761488"/>
            <a:ext cx="9361085" cy="2982848"/>
          </a:xfrm>
          <a:prstGeom prst="rect">
            <a:avLst/>
          </a:prstGeom>
        </p:spPr>
        <p:txBody>
          <a:bodyPr/>
          <a:lstStyle>
            <a:lvl1pPr marL="0" indent="1162050" algn="l">
              <a:defRPr sz="5000" b="1" baseline="0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                   presentation in bold here</a:t>
            </a:r>
          </a:p>
        </p:txBody>
      </p:sp>
    </p:spTree>
    <p:extLst>
      <p:ext uri="{BB962C8B-B14F-4D97-AF65-F5344CB8AC3E}">
        <p14:creationId xmlns:p14="http://schemas.microsoft.com/office/powerpoint/2010/main" val="429347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Risk Consulting_Teal">
    <p:bg>
      <p:bgPr>
        <a:solidFill>
          <a:srgbClr val="027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/>
          <p:nvPr userDrawn="1"/>
        </p:nvSpPr>
        <p:spPr>
          <a:xfrm>
            <a:off x="-20320" y="1714500"/>
            <a:ext cx="7914640" cy="5143500"/>
          </a:xfrm>
          <a:custGeom>
            <a:avLst/>
            <a:gdLst>
              <a:gd name="connsiteX0" fmla="*/ 0 w 5935980"/>
              <a:gd name="connsiteY0" fmla="*/ 4640580 h 5143500"/>
              <a:gd name="connsiteX1" fmla="*/ 3589020 w 5935980"/>
              <a:gd name="connsiteY1" fmla="*/ 0 h 5143500"/>
              <a:gd name="connsiteX2" fmla="*/ 5935980 w 5935980"/>
              <a:gd name="connsiteY2" fmla="*/ 0 h 5143500"/>
              <a:gd name="connsiteX3" fmla="*/ 1981200 w 5935980"/>
              <a:gd name="connsiteY3" fmla="*/ 5143500 h 5143500"/>
              <a:gd name="connsiteX4" fmla="*/ 7620 w 5935980"/>
              <a:gd name="connsiteY4" fmla="*/ 5143500 h 5143500"/>
              <a:gd name="connsiteX5" fmla="*/ 0 w 5935980"/>
              <a:gd name="connsiteY5" fmla="*/ 4640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35980" h="5143500">
                <a:moveTo>
                  <a:pt x="0" y="4640580"/>
                </a:moveTo>
                <a:lnTo>
                  <a:pt x="3589020" y="0"/>
                </a:lnTo>
                <a:lnTo>
                  <a:pt x="5935980" y="0"/>
                </a:lnTo>
                <a:lnTo>
                  <a:pt x="1981200" y="5143500"/>
                </a:lnTo>
                <a:lnTo>
                  <a:pt x="7620" y="5143500"/>
                </a:lnTo>
                <a:lnTo>
                  <a:pt x="0" y="4640580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180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sp>
        <p:nvSpPr>
          <p:cNvPr id="16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212837" y="6379734"/>
            <a:ext cx="3595200" cy="2862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7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212837" y="6013450"/>
            <a:ext cx="3595200" cy="3528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sp>
        <p:nvSpPr>
          <p:cNvPr id="13" name="Titre 11"/>
          <p:cNvSpPr>
            <a:spLocks noGrp="1"/>
          </p:cNvSpPr>
          <p:nvPr>
            <p:ph type="title" hasCustomPrompt="1"/>
          </p:nvPr>
        </p:nvSpPr>
        <p:spPr>
          <a:xfrm>
            <a:off x="2670048" y="2761488"/>
            <a:ext cx="9361085" cy="2982848"/>
          </a:xfrm>
          <a:prstGeom prst="rect">
            <a:avLst/>
          </a:prstGeom>
        </p:spPr>
        <p:txBody>
          <a:bodyPr/>
          <a:lstStyle>
            <a:lvl1pPr marL="0" indent="1162050" algn="l">
              <a:defRPr sz="5000" b="1" baseline="0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                   presentation in bold here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1" y="350561"/>
            <a:ext cx="2138028" cy="23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437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Art &amp; Lifestyle_Teal">
    <p:bg>
      <p:bgPr>
        <a:solidFill>
          <a:srgbClr val="027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/>
          <p:nvPr userDrawn="1"/>
        </p:nvSpPr>
        <p:spPr>
          <a:xfrm>
            <a:off x="-20320" y="1714500"/>
            <a:ext cx="7914640" cy="5143500"/>
          </a:xfrm>
          <a:custGeom>
            <a:avLst/>
            <a:gdLst>
              <a:gd name="connsiteX0" fmla="*/ 0 w 5935980"/>
              <a:gd name="connsiteY0" fmla="*/ 4640580 h 5143500"/>
              <a:gd name="connsiteX1" fmla="*/ 3589020 w 5935980"/>
              <a:gd name="connsiteY1" fmla="*/ 0 h 5143500"/>
              <a:gd name="connsiteX2" fmla="*/ 5935980 w 5935980"/>
              <a:gd name="connsiteY2" fmla="*/ 0 h 5143500"/>
              <a:gd name="connsiteX3" fmla="*/ 1981200 w 5935980"/>
              <a:gd name="connsiteY3" fmla="*/ 5143500 h 5143500"/>
              <a:gd name="connsiteX4" fmla="*/ 7620 w 5935980"/>
              <a:gd name="connsiteY4" fmla="*/ 5143500 h 5143500"/>
              <a:gd name="connsiteX5" fmla="*/ 0 w 5935980"/>
              <a:gd name="connsiteY5" fmla="*/ 4640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35980" h="5143500">
                <a:moveTo>
                  <a:pt x="0" y="4640580"/>
                </a:moveTo>
                <a:lnTo>
                  <a:pt x="3589020" y="0"/>
                </a:lnTo>
                <a:lnTo>
                  <a:pt x="5935980" y="0"/>
                </a:lnTo>
                <a:lnTo>
                  <a:pt x="1981200" y="5143500"/>
                </a:lnTo>
                <a:lnTo>
                  <a:pt x="7620" y="5143500"/>
                </a:lnTo>
                <a:lnTo>
                  <a:pt x="0" y="4640580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180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sp>
        <p:nvSpPr>
          <p:cNvPr id="16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212837" y="6379734"/>
            <a:ext cx="3595200" cy="2862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7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212837" y="6013450"/>
            <a:ext cx="3595200" cy="3528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sp>
        <p:nvSpPr>
          <p:cNvPr id="13" name="Titre 11"/>
          <p:cNvSpPr>
            <a:spLocks noGrp="1"/>
          </p:cNvSpPr>
          <p:nvPr>
            <p:ph type="title" hasCustomPrompt="1"/>
          </p:nvPr>
        </p:nvSpPr>
        <p:spPr>
          <a:xfrm>
            <a:off x="2670048" y="2761488"/>
            <a:ext cx="9361085" cy="2982848"/>
          </a:xfrm>
          <a:prstGeom prst="rect">
            <a:avLst/>
          </a:prstGeom>
        </p:spPr>
        <p:txBody>
          <a:bodyPr/>
          <a:lstStyle>
            <a:lvl1pPr marL="0" indent="1162050" algn="l">
              <a:defRPr sz="5000" b="1" baseline="0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                   presentation in bold here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1" y="350561"/>
            <a:ext cx="1989608" cy="22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8754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_Teal">
    <p:bg>
      <p:bgPr>
        <a:solidFill>
          <a:srgbClr val="027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1998134" y="0"/>
            <a:ext cx="10205156" cy="6866467"/>
          </a:xfrm>
          <a:custGeom>
            <a:avLst/>
            <a:gdLst>
              <a:gd name="connsiteX0" fmla="*/ 0 w 7653867"/>
              <a:gd name="connsiteY0" fmla="*/ 6858000 h 6866467"/>
              <a:gd name="connsiteX1" fmla="*/ 6519333 w 7653867"/>
              <a:gd name="connsiteY1" fmla="*/ 0 h 6866467"/>
              <a:gd name="connsiteX2" fmla="*/ 7653867 w 7653867"/>
              <a:gd name="connsiteY2" fmla="*/ 0 h 6866467"/>
              <a:gd name="connsiteX3" fmla="*/ 7653867 w 7653867"/>
              <a:gd name="connsiteY3" fmla="*/ 6866467 h 6866467"/>
              <a:gd name="connsiteX4" fmla="*/ 0 w 7653867"/>
              <a:gd name="connsiteY4" fmla="*/ 685800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53867" h="6866467">
                <a:moveTo>
                  <a:pt x="0" y="6858000"/>
                </a:moveTo>
                <a:lnTo>
                  <a:pt x="6519333" y="0"/>
                </a:lnTo>
                <a:lnTo>
                  <a:pt x="7653867" y="0"/>
                </a:lnTo>
                <a:lnTo>
                  <a:pt x="7653867" y="6866467"/>
                </a:lnTo>
                <a:lnTo>
                  <a:pt x="0" y="6858000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6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631459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XA XL Insurance and Reinsurance_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 userDrawn="1"/>
        </p:nvSpPr>
        <p:spPr>
          <a:xfrm>
            <a:off x="-20320" y="1714500"/>
            <a:ext cx="7914640" cy="5143500"/>
          </a:xfrm>
          <a:custGeom>
            <a:avLst/>
            <a:gdLst>
              <a:gd name="connsiteX0" fmla="*/ 0 w 5935980"/>
              <a:gd name="connsiteY0" fmla="*/ 4640580 h 5143500"/>
              <a:gd name="connsiteX1" fmla="*/ 3589020 w 5935980"/>
              <a:gd name="connsiteY1" fmla="*/ 0 h 5143500"/>
              <a:gd name="connsiteX2" fmla="*/ 5935980 w 5935980"/>
              <a:gd name="connsiteY2" fmla="*/ 0 h 5143500"/>
              <a:gd name="connsiteX3" fmla="*/ 1981200 w 5935980"/>
              <a:gd name="connsiteY3" fmla="*/ 5143500 h 5143500"/>
              <a:gd name="connsiteX4" fmla="*/ 7620 w 5935980"/>
              <a:gd name="connsiteY4" fmla="*/ 5143500 h 5143500"/>
              <a:gd name="connsiteX5" fmla="*/ 0 w 5935980"/>
              <a:gd name="connsiteY5" fmla="*/ 4640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35980" h="5143500">
                <a:moveTo>
                  <a:pt x="0" y="4640580"/>
                </a:moveTo>
                <a:lnTo>
                  <a:pt x="3589020" y="0"/>
                </a:lnTo>
                <a:lnTo>
                  <a:pt x="5935980" y="0"/>
                </a:lnTo>
                <a:lnTo>
                  <a:pt x="1981200" y="5143500"/>
                </a:lnTo>
                <a:lnTo>
                  <a:pt x="7620" y="5143500"/>
                </a:lnTo>
                <a:lnTo>
                  <a:pt x="0" y="4640580"/>
                </a:lnTo>
                <a:close/>
              </a:path>
            </a:pathLst>
          </a:custGeom>
          <a:solidFill>
            <a:srgbClr val="BC9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1800">
              <a:latin typeface="+mj-lt"/>
            </a:endParaRP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sp>
        <p:nvSpPr>
          <p:cNvPr id="19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212837" y="6379734"/>
            <a:ext cx="3595200" cy="2862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20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212837" y="6013450"/>
            <a:ext cx="3595200" cy="3528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3" y="350560"/>
            <a:ext cx="1970719" cy="382480"/>
          </a:xfrm>
          <a:prstGeom prst="rect">
            <a:avLst/>
          </a:prstGeom>
        </p:spPr>
      </p:pic>
      <p:sp>
        <p:nvSpPr>
          <p:cNvPr id="14" name="Titre 11"/>
          <p:cNvSpPr>
            <a:spLocks noGrp="1"/>
          </p:cNvSpPr>
          <p:nvPr>
            <p:ph type="title" hasCustomPrompt="1"/>
          </p:nvPr>
        </p:nvSpPr>
        <p:spPr>
          <a:xfrm>
            <a:off x="2670048" y="2761488"/>
            <a:ext cx="9361085" cy="2982848"/>
          </a:xfrm>
          <a:prstGeom prst="rect">
            <a:avLst/>
          </a:prstGeom>
        </p:spPr>
        <p:txBody>
          <a:bodyPr/>
          <a:lstStyle>
            <a:lvl1pPr marL="0" indent="1162050" algn="l">
              <a:defRPr sz="5000" b="1" baseline="0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                   presentation in bold here</a:t>
            </a:r>
          </a:p>
        </p:txBody>
      </p:sp>
    </p:spTree>
    <p:extLst>
      <p:ext uri="{BB962C8B-B14F-4D97-AF65-F5344CB8AC3E}">
        <p14:creationId xmlns:p14="http://schemas.microsoft.com/office/powerpoint/2010/main" val="1384666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XA XL Insurance_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 userDrawn="1"/>
        </p:nvSpPr>
        <p:spPr>
          <a:xfrm>
            <a:off x="-20320" y="1714500"/>
            <a:ext cx="7914640" cy="5143500"/>
          </a:xfrm>
          <a:custGeom>
            <a:avLst/>
            <a:gdLst>
              <a:gd name="connsiteX0" fmla="*/ 0 w 5935980"/>
              <a:gd name="connsiteY0" fmla="*/ 4640580 h 5143500"/>
              <a:gd name="connsiteX1" fmla="*/ 3589020 w 5935980"/>
              <a:gd name="connsiteY1" fmla="*/ 0 h 5143500"/>
              <a:gd name="connsiteX2" fmla="*/ 5935980 w 5935980"/>
              <a:gd name="connsiteY2" fmla="*/ 0 h 5143500"/>
              <a:gd name="connsiteX3" fmla="*/ 1981200 w 5935980"/>
              <a:gd name="connsiteY3" fmla="*/ 5143500 h 5143500"/>
              <a:gd name="connsiteX4" fmla="*/ 7620 w 5935980"/>
              <a:gd name="connsiteY4" fmla="*/ 5143500 h 5143500"/>
              <a:gd name="connsiteX5" fmla="*/ 0 w 5935980"/>
              <a:gd name="connsiteY5" fmla="*/ 4640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35980" h="5143500">
                <a:moveTo>
                  <a:pt x="0" y="4640580"/>
                </a:moveTo>
                <a:lnTo>
                  <a:pt x="3589020" y="0"/>
                </a:lnTo>
                <a:lnTo>
                  <a:pt x="5935980" y="0"/>
                </a:lnTo>
                <a:lnTo>
                  <a:pt x="1981200" y="5143500"/>
                </a:lnTo>
                <a:lnTo>
                  <a:pt x="7620" y="5143500"/>
                </a:lnTo>
                <a:lnTo>
                  <a:pt x="0" y="4640580"/>
                </a:lnTo>
                <a:close/>
              </a:path>
            </a:pathLst>
          </a:custGeom>
          <a:solidFill>
            <a:srgbClr val="BC9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1800">
              <a:latin typeface="+mj-lt"/>
            </a:endParaRP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sp>
        <p:nvSpPr>
          <p:cNvPr id="19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212837" y="6379734"/>
            <a:ext cx="3595200" cy="2862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20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212837" y="6013450"/>
            <a:ext cx="3595200" cy="3528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sp>
        <p:nvSpPr>
          <p:cNvPr id="14" name="Titre 11"/>
          <p:cNvSpPr>
            <a:spLocks noGrp="1"/>
          </p:cNvSpPr>
          <p:nvPr>
            <p:ph type="title" hasCustomPrompt="1"/>
          </p:nvPr>
        </p:nvSpPr>
        <p:spPr>
          <a:xfrm>
            <a:off x="2670048" y="2761488"/>
            <a:ext cx="9361085" cy="2982848"/>
          </a:xfrm>
          <a:prstGeom prst="rect">
            <a:avLst/>
          </a:prstGeom>
        </p:spPr>
        <p:txBody>
          <a:bodyPr/>
          <a:lstStyle>
            <a:lvl1pPr marL="0" indent="1162050" algn="l">
              <a:defRPr sz="5000" b="1" baseline="0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                   presentation in bold here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1" y="350562"/>
            <a:ext cx="1518532" cy="21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0170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XA XL Reinsurance_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 userDrawn="1"/>
        </p:nvSpPr>
        <p:spPr>
          <a:xfrm>
            <a:off x="-20320" y="1714500"/>
            <a:ext cx="7914640" cy="5143500"/>
          </a:xfrm>
          <a:custGeom>
            <a:avLst/>
            <a:gdLst>
              <a:gd name="connsiteX0" fmla="*/ 0 w 5935980"/>
              <a:gd name="connsiteY0" fmla="*/ 4640580 h 5143500"/>
              <a:gd name="connsiteX1" fmla="*/ 3589020 w 5935980"/>
              <a:gd name="connsiteY1" fmla="*/ 0 h 5143500"/>
              <a:gd name="connsiteX2" fmla="*/ 5935980 w 5935980"/>
              <a:gd name="connsiteY2" fmla="*/ 0 h 5143500"/>
              <a:gd name="connsiteX3" fmla="*/ 1981200 w 5935980"/>
              <a:gd name="connsiteY3" fmla="*/ 5143500 h 5143500"/>
              <a:gd name="connsiteX4" fmla="*/ 7620 w 5935980"/>
              <a:gd name="connsiteY4" fmla="*/ 5143500 h 5143500"/>
              <a:gd name="connsiteX5" fmla="*/ 0 w 5935980"/>
              <a:gd name="connsiteY5" fmla="*/ 4640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35980" h="5143500">
                <a:moveTo>
                  <a:pt x="0" y="4640580"/>
                </a:moveTo>
                <a:lnTo>
                  <a:pt x="3589020" y="0"/>
                </a:lnTo>
                <a:lnTo>
                  <a:pt x="5935980" y="0"/>
                </a:lnTo>
                <a:lnTo>
                  <a:pt x="1981200" y="5143500"/>
                </a:lnTo>
                <a:lnTo>
                  <a:pt x="7620" y="5143500"/>
                </a:lnTo>
                <a:lnTo>
                  <a:pt x="0" y="4640580"/>
                </a:lnTo>
                <a:close/>
              </a:path>
            </a:pathLst>
          </a:custGeom>
          <a:solidFill>
            <a:srgbClr val="BC9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180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3" y="350560"/>
            <a:ext cx="1795636" cy="220298"/>
          </a:xfrm>
          <a:prstGeom prst="rect">
            <a:avLst/>
          </a:prstGeom>
        </p:spPr>
      </p:pic>
      <p:sp>
        <p:nvSpPr>
          <p:cNvPr id="16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212837" y="6379734"/>
            <a:ext cx="3595200" cy="2862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7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212837" y="6013450"/>
            <a:ext cx="3595200" cy="3528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sp>
        <p:nvSpPr>
          <p:cNvPr id="12" name="Titre 11"/>
          <p:cNvSpPr>
            <a:spLocks noGrp="1"/>
          </p:cNvSpPr>
          <p:nvPr>
            <p:ph type="title" hasCustomPrompt="1"/>
          </p:nvPr>
        </p:nvSpPr>
        <p:spPr>
          <a:xfrm>
            <a:off x="2670048" y="2761488"/>
            <a:ext cx="9361085" cy="2982848"/>
          </a:xfrm>
          <a:prstGeom prst="rect">
            <a:avLst/>
          </a:prstGeom>
        </p:spPr>
        <p:txBody>
          <a:bodyPr/>
          <a:lstStyle>
            <a:lvl1pPr marL="0" indent="1162050" algn="l">
              <a:defRPr sz="5000" b="1" baseline="0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                   presentation in bold here</a:t>
            </a:r>
          </a:p>
        </p:txBody>
      </p:sp>
    </p:spTree>
    <p:extLst>
      <p:ext uri="{BB962C8B-B14F-4D97-AF65-F5344CB8AC3E}">
        <p14:creationId xmlns:p14="http://schemas.microsoft.com/office/powerpoint/2010/main" val="25488971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XA XL Risk Consulting_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/>
          <p:nvPr userDrawn="1"/>
        </p:nvSpPr>
        <p:spPr>
          <a:xfrm>
            <a:off x="-20320" y="1714500"/>
            <a:ext cx="7914640" cy="5143500"/>
          </a:xfrm>
          <a:custGeom>
            <a:avLst/>
            <a:gdLst>
              <a:gd name="connsiteX0" fmla="*/ 0 w 5935980"/>
              <a:gd name="connsiteY0" fmla="*/ 4640580 h 5143500"/>
              <a:gd name="connsiteX1" fmla="*/ 3589020 w 5935980"/>
              <a:gd name="connsiteY1" fmla="*/ 0 h 5143500"/>
              <a:gd name="connsiteX2" fmla="*/ 5935980 w 5935980"/>
              <a:gd name="connsiteY2" fmla="*/ 0 h 5143500"/>
              <a:gd name="connsiteX3" fmla="*/ 1981200 w 5935980"/>
              <a:gd name="connsiteY3" fmla="*/ 5143500 h 5143500"/>
              <a:gd name="connsiteX4" fmla="*/ 7620 w 5935980"/>
              <a:gd name="connsiteY4" fmla="*/ 5143500 h 5143500"/>
              <a:gd name="connsiteX5" fmla="*/ 0 w 5935980"/>
              <a:gd name="connsiteY5" fmla="*/ 4640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35980" h="5143500">
                <a:moveTo>
                  <a:pt x="0" y="4640580"/>
                </a:moveTo>
                <a:lnTo>
                  <a:pt x="3589020" y="0"/>
                </a:lnTo>
                <a:lnTo>
                  <a:pt x="5935980" y="0"/>
                </a:lnTo>
                <a:lnTo>
                  <a:pt x="1981200" y="5143500"/>
                </a:lnTo>
                <a:lnTo>
                  <a:pt x="7620" y="5143500"/>
                </a:lnTo>
                <a:lnTo>
                  <a:pt x="0" y="4640580"/>
                </a:lnTo>
                <a:close/>
              </a:path>
            </a:pathLst>
          </a:custGeom>
          <a:solidFill>
            <a:srgbClr val="BC9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180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sp>
        <p:nvSpPr>
          <p:cNvPr id="16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212837" y="6379734"/>
            <a:ext cx="3595200" cy="2862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7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212837" y="6013450"/>
            <a:ext cx="3595200" cy="3528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sp>
        <p:nvSpPr>
          <p:cNvPr id="13" name="Titre 11"/>
          <p:cNvSpPr>
            <a:spLocks noGrp="1"/>
          </p:cNvSpPr>
          <p:nvPr>
            <p:ph type="title" hasCustomPrompt="1"/>
          </p:nvPr>
        </p:nvSpPr>
        <p:spPr>
          <a:xfrm>
            <a:off x="2670048" y="2761488"/>
            <a:ext cx="9361085" cy="2982848"/>
          </a:xfrm>
          <a:prstGeom prst="rect">
            <a:avLst/>
          </a:prstGeom>
        </p:spPr>
        <p:txBody>
          <a:bodyPr/>
          <a:lstStyle>
            <a:lvl1pPr marL="0" indent="1162050" algn="l">
              <a:defRPr sz="5000" b="1" baseline="0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                   presentation in bold here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1" y="350561"/>
            <a:ext cx="2138028" cy="23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3327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XA XL Art &amp; Lifestyle_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/>
          <p:nvPr userDrawn="1"/>
        </p:nvSpPr>
        <p:spPr>
          <a:xfrm>
            <a:off x="-20320" y="1714500"/>
            <a:ext cx="7914640" cy="5143500"/>
          </a:xfrm>
          <a:custGeom>
            <a:avLst/>
            <a:gdLst>
              <a:gd name="connsiteX0" fmla="*/ 0 w 5935980"/>
              <a:gd name="connsiteY0" fmla="*/ 4640580 h 5143500"/>
              <a:gd name="connsiteX1" fmla="*/ 3589020 w 5935980"/>
              <a:gd name="connsiteY1" fmla="*/ 0 h 5143500"/>
              <a:gd name="connsiteX2" fmla="*/ 5935980 w 5935980"/>
              <a:gd name="connsiteY2" fmla="*/ 0 h 5143500"/>
              <a:gd name="connsiteX3" fmla="*/ 1981200 w 5935980"/>
              <a:gd name="connsiteY3" fmla="*/ 5143500 h 5143500"/>
              <a:gd name="connsiteX4" fmla="*/ 7620 w 5935980"/>
              <a:gd name="connsiteY4" fmla="*/ 5143500 h 5143500"/>
              <a:gd name="connsiteX5" fmla="*/ 0 w 5935980"/>
              <a:gd name="connsiteY5" fmla="*/ 4640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35980" h="5143500">
                <a:moveTo>
                  <a:pt x="0" y="4640580"/>
                </a:moveTo>
                <a:lnTo>
                  <a:pt x="3589020" y="0"/>
                </a:lnTo>
                <a:lnTo>
                  <a:pt x="5935980" y="0"/>
                </a:lnTo>
                <a:lnTo>
                  <a:pt x="1981200" y="5143500"/>
                </a:lnTo>
                <a:lnTo>
                  <a:pt x="7620" y="5143500"/>
                </a:lnTo>
                <a:lnTo>
                  <a:pt x="0" y="4640580"/>
                </a:lnTo>
                <a:close/>
              </a:path>
            </a:pathLst>
          </a:custGeom>
          <a:solidFill>
            <a:srgbClr val="BC9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180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sp>
        <p:nvSpPr>
          <p:cNvPr id="16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212837" y="6379734"/>
            <a:ext cx="3595200" cy="2862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7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212837" y="6013450"/>
            <a:ext cx="3595200" cy="3528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sp>
        <p:nvSpPr>
          <p:cNvPr id="13" name="Titre 11"/>
          <p:cNvSpPr>
            <a:spLocks noGrp="1"/>
          </p:cNvSpPr>
          <p:nvPr>
            <p:ph type="title" hasCustomPrompt="1"/>
          </p:nvPr>
        </p:nvSpPr>
        <p:spPr>
          <a:xfrm>
            <a:off x="2670048" y="2761488"/>
            <a:ext cx="9361085" cy="2982848"/>
          </a:xfrm>
          <a:prstGeom prst="rect">
            <a:avLst/>
          </a:prstGeom>
        </p:spPr>
        <p:txBody>
          <a:bodyPr/>
          <a:lstStyle>
            <a:lvl1pPr marL="0" indent="1162050" algn="l">
              <a:defRPr sz="5000" b="1" baseline="0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                   presentation in bold here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1" y="350561"/>
            <a:ext cx="1989608" cy="22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4666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_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contenu 12"/>
          <p:cNvSpPr>
            <a:spLocks noGrp="1"/>
          </p:cNvSpPr>
          <p:nvPr>
            <p:ph sz="quarter" idx="11" hasCustomPrompt="1"/>
          </p:nvPr>
        </p:nvSpPr>
        <p:spPr>
          <a:xfrm>
            <a:off x="3530600" y="828675"/>
            <a:ext cx="5130800" cy="516255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30000" b="1">
                <a:solidFill>
                  <a:srgbClr val="BC9D45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1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0" hasCustomPrompt="1"/>
          </p:nvPr>
        </p:nvSpPr>
        <p:spPr>
          <a:xfrm>
            <a:off x="0" y="3014092"/>
            <a:ext cx="12192000" cy="82867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3000" b="0" baseline="0">
                <a:solidFill>
                  <a:schemeClr val="bg1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Chapter opening page</a:t>
            </a:r>
          </a:p>
        </p:txBody>
      </p:sp>
      <p:pic>
        <p:nvPicPr>
          <p:cNvPr id="6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174308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_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1998134" y="0"/>
            <a:ext cx="10205156" cy="6866467"/>
          </a:xfrm>
          <a:custGeom>
            <a:avLst/>
            <a:gdLst>
              <a:gd name="connsiteX0" fmla="*/ 0 w 7653867"/>
              <a:gd name="connsiteY0" fmla="*/ 6858000 h 6866467"/>
              <a:gd name="connsiteX1" fmla="*/ 6519333 w 7653867"/>
              <a:gd name="connsiteY1" fmla="*/ 0 h 6866467"/>
              <a:gd name="connsiteX2" fmla="*/ 7653867 w 7653867"/>
              <a:gd name="connsiteY2" fmla="*/ 0 h 6866467"/>
              <a:gd name="connsiteX3" fmla="*/ 7653867 w 7653867"/>
              <a:gd name="connsiteY3" fmla="*/ 6866467 h 6866467"/>
              <a:gd name="connsiteX4" fmla="*/ 0 w 7653867"/>
              <a:gd name="connsiteY4" fmla="*/ 685800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53867" h="6866467">
                <a:moveTo>
                  <a:pt x="0" y="6858000"/>
                </a:moveTo>
                <a:lnTo>
                  <a:pt x="6519333" y="0"/>
                </a:lnTo>
                <a:lnTo>
                  <a:pt x="7653867" y="0"/>
                </a:lnTo>
                <a:lnTo>
                  <a:pt x="7653867" y="6866467"/>
                </a:lnTo>
                <a:lnTo>
                  <a:pt x="0" y="6858000"/>
                </a:lnTo>
                <a:close/>
              </a:path>
            </a:pathLst>
          </a:custGeom>
          <a:solidFill>
            <a:srgbClr val="BC9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6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sp>
        <p:nvSpPr>
          <p:cNvPr id="17" name="Espace réservé du contenu 9"/>
          <p:cNvSpPr>
            <a:spLocks noGrp="1"/>
          </p:cNvSpPr>
          <p:nvPr>
            <p:ph sz="quarter" idx="11" hasCustomPrompt="1"/>
          </p:nvPr>
        </p:nvSpPr>
        <p:spPr>
          <a:xfrm>
            <a:off x="0" y="2806383"/>
            <a:ext cx="12192000" cy="12700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ctr">
              <a:buNone/>
              <a:defRPr sz="5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691346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_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1998134" y="0"/>
            <a:ext cx="10205156" cy="6866467"/>
          </a:xfrm>
          <a:custGeom>
            <a:avLst/>
            <a:gdLst>
              <a:gd name="connsiteX0" fmla="*/ 0 w 7653867"/>
              <a:gd name="connsiteY0" fmla="*/ 6858000 h 6866467"/>
              <a:gd name="connsiteX1" fmla="*/ 6519333 w 7653867"/>
              <a:gd name="connsiteY1" fmla="*/ 0 h 6866467"/>
              <a:gd name="connsiteX2" fmla="*/ 7653867 w 7653867"/>
              <a:gd name="connsiteY2" fmla="*/ 0 h 6866467"/>
              <a:gd name="connsiteX3" fmla="*/ 7653867 w 7653867"/>
              <a:gd name="connsiteY3" fmla="*/ 6866467 h 6866467"/>
              <a:gd name="connsiteX4" fmla="*/ 0 w 7653867"/>
              <a:gd name="connsiteY4" fmla="*/ 685800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53867" h="6866467">
                <a:moveTo>
                  <a:pt x="0" y="6858000"/>
                </a:moveTo>
                <a:lnTo>
                  <a:pt x="6519333" y="0"/>
                </a:lnTo>
                <a:lnTo>
                  <a:pt x="7653867" y="0"/>
                </a:lnTo>
                <a:lnTo>
                  <a:pt x="7653867" y="6866467"/>
                </a:lnTo>
                <a:lnTo>
                  <a:pt x="0" y="6858000"/>
                </a:lnTo>
                <a:close/>
              </a:path>
            </a:pathLst>
          </a:custGeom>
          <a:solidFill>
            <a:srgbClr val="BC9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6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236846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Insurance and Reinsurance_Pacific">
    <p:bg>
      <p:bgPr>
        <a:solidFill>
          <a:srgbClr val="4246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 userDrawn="1"/>
        </p:nvSpPr>
        <p:spPr>
          <a:xfrm>
            <a:off x="-20320" y="1714500"/>
            <a:ext cx="7914640" cy="5143500"/>
          </a:xfrm>
          <a:custGeom>
            <a:avLst/>
            <a:gdLst>
              <a:gd name="connsiteX0" fmla="*/ 0 w 5935980"/>
              <a:gd name="connsiteY0" fmla="*/ 4640580 h 5143500"/>
              <a:gd name="connsiteX1" fmla="*/ 3589020 w 5935980"/>
              <a:gd name="connsiteY1" fmla="*/ 0 h 5143500"/>
              <a:gd name="connsiteX2" fmla="*/ 5935980 w 5935980"/>
              <a:gd name="connsiteY2" fmla="*/ 0 h 5143500"/>
              <a:gd name="connsiteX3" fmla="*/ 1981200 w 5935980"/>
              <a:gd name="connsiteY3" fmla="*/ 5143500 h 5143500"/>
              <a:gd name="connsiteX4" fmla="*/ 7620 w 5935980"/>
              <a:gd name="connsiteY4" fmla="*/ 5143500 h 5143500"/>
              <a:gd name="connsiteX5" fmla="*/ 0 w 5935980"/>
              <a:gd name="connsiteY5" fmla="*/ 4640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35980" h="5143500">
                <a:moveTo>
                  <a:pt x="0" y="4640580"/>
                </a:moveTo>
                <a:lnTo>
                  <a:pt x="3589020" y="0"/>
                </a:lnTo>
                <a:lnTo>
                  <a:pt x="5935980" y="0"/>
                </a:lnTo>
                <a:lnTo>
                  <a:pt x="1981200" y="5143500"/>
                </a:lnTo>
                <a:lnTo>
                  <a:pt x="7620" y="5143500"/>
                </a:lnTo>
                <a:lnTo>
                  <a:pt x="0" y="4640580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1800">
              <a:latin typeface="+mj-lt"/>
            </a:endParaRP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sp>
        <p:nvSpPr>
          <p:cNvPr id="19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212837" y="6379734"/>
            <a:ext cx="3595200" cy="2862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20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212837" y="6013450"/>
            <a:ext cx="3595200" cy="3528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3" y="350560"/>
            <a:ext cx="1970719" cy="382480"/>
          </a:xfrm>
          <a:prstGeom prst="rect">
            <a:avLst/>
          </a:prstGeom>
        </p:spPr>
      </p:pic>
      <p:sp>
        <p:nvSpPr>
          <p:cNvPr id="14" name="Titre 11"/>
          <p:cNvSpPr>
            <a:spLocks noGrp="1"/>
          </p:cNvSpPr>
          <p:nvPr>
            <p:ph type="title" hasCustomPrompt="1"/>
          </p:nvPr>
        </p:nvSpPr>
        <p:spPr>
          <a:xfrm>
            <a:off x="2670048" y="2761488"/>
            <a:ext cx="9361085" cy="2982848"/>
          </a:xfrm>
          <a:prstGeom prst="rect">
            <a:avLst/>
          </a:prstGeom>
        </p:spPr>
        <p:txBody>
          <a:bodyPr/>
          <a:lstStyle>
            <a:lvl1pPr marL="0" indent="1162050" algn="l">
              <a:defRPr sz="5000" b="1" baseline="0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                   presentation in bold here</a:t>
            </a:r>
          </a:p>
        </p:txBody>
      </p:sp>
    </p:spTree>
    <p:extLst>
      <p:ext uri="{BB962C8B-B14F-4D97-AF65-F5344CB8AC3E}">
        <p14:creationId xmlns:p14="http://schemas.microsoft.com/office/powerpoint/2010/main" val="42042183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Insurance_Pacific">
    <p:bg>
      <p:bgPr>
        <a:solidFill>
          <a:srgbClr val="4246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 userDrawn="1"/>
        </p:nvSpPr>
        <p:spPr>
          <a:xfrm>
            <a:off x="-20320" y="1714500"/>
            <a:ext cx="7914640" cy="5143500"/>
          </a:xfrm>
          <a:custGeom>
            <a:avLst/>
            <a:gdLst>
              <a:gd name="connsiteX0" fmla="*/ 0 w 5935980"/>
              <a:gd name="connsiteY0" fmla="*/ 4640580 h 5143500"/>
              <a:gd name="connsiteX1" fmla="*/ 3589020 w 5935980"/>
              <a:gd name="connsiteY1" fmla="*/ 0 h 5143500"/>
              <a:gd name="connsiteX2" fmla="*/ 5935980 w 5935980"/>
              <a:gd name="connsiteY2" fmla="*/ 0 h 5143500"/>
              <a:gd name="connsiteX3" fmla="*/ 1981200 w 5935980"/>
              <a:gd name="connsiteY3" fmla="*/ 5143500 h 5143500"/>
              <a:gd name="connsiteX4" fmla="*/ 7620 w 5935980"/>
              <a:gd name="connsiteY4" fmla="*/ 5143500 h 5143500"/>
              <a:gd name="connsiteX5" fmla="*/ 0 w 5935980"/>
              <a:gd name="connsiteY5" fmla="*/ 4640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35980" h="5143500">
                <a:moveTo>
                  <a:pt x="0" y="4640580"/>
                </a:moveTo>
                <a:lnTo>
                  <a:pt x="3589020" y="0"/>
                </a:lnTo>
                <a:lnTo>
                  <a:pt x="5935980" y="0"/>
                </a:lnTo>
                <a:lnTo>
                  <a:pt x="1981200" y="5143500"/>
                </a:lnTo>
                <a:lnTo>
                  <a:pt x="7620" y="5143500"/>
                </a:lnTo>
                <a:lnTo>
                  <a:pt x="0" y="4640580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1800">
              <a:latin typeface="+mj-lt"/>
            </a:endParaRP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sp>
        <p:nvSpPr>
          <p:cNvPr id="19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212837" y="6379734"/>
            <a:ext cx="3595200" cy="2862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20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212837" y="6013450"/>
            <a:ext cx="3595200" cy="3528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sp>
        <p:nvSpPr>
          <p:cNvPr id="14" name="Titre 11"/>
          <p:cNvSpPr>
            <a:spLocks noGrp="1"/>
          </p:cNvSpPr>
          <p:nvPr>
            <p:ph type="title" hasCustomPrompt="1"/>
          </p:nvPr>
        </p:nvSpPr>
        <p:spPr>
          <a:xfrm>
            <a:off x="2670048" y="2761488"/>
            <a:ext cx="9361085" cy="2982848"/>
          </a:xfrm>
          <a:prstGeom prst="rect">
            <a:avLst/>
          </a:prstGeom>
        </p:spPr>
        <p:txBody>
          <a:bodyPr/>
          <a:lstStyle>
            <a:lvl1pPr marL="0" indent="1162050" algn="l">
              <a:defRPr sz="5000" b="1" baseline="0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                   presentation in bold here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1" y="350562"/>
            <a:ext cx="1518532" cy="21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119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Reinsurance_Pacific">
    <p:bg>
      <p:bgPr>
        <a:solidFill>
          <a:srgbClr val="4246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 userDrawn="1"/>
        </p:nvSpPr>
        <p:spPr>
          <a:xfrm>
            <a:off x="-20320" y="1714500"/>
            <a:ext cx="7914640" cy="5143500"/>
          </a:xfrm>
          <a:custGeom>
            <a:avLst/>
            <a:gdLst>
              <a:gd name="connsiteX0" fmla="*/ 0 w 5935980"/>
              <a:gd name="connsiteY0" fmla="*/ 4640580 h 5143500"/>
              <a:gd name="connsiteX1" fmla="*/ 3589020 w 5935980"/>
              <a:gd name="connsiteY1" fmla="*/ 0 h 5143500"/>
              <a:gd name="connsiteX2" fmla="*/ 5935980 w 5935980"/>
              <a:gd name="connsiteY2" fmla="*/ 0 h 5143500"/>
              <a:gd name="connsiteX3" fmla="*/ 1981200 w 5935980"/>
              <a:gd name="connsiteY3" fmla="*/ 5143500 h 5143500"/>
              <a:gd name="connsiteX4" fmla="*/ 7620 w 5935980"/>
              <a:gd name="connsiteY4" fmla="*/ 5143500 h 5143500"/>
              <a:gd name="connsiteX5" fmla="*/ 0 w 5935980"/>
              <a:gd name="connsiteY5" fmla="*/ 4640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35980" h="5143500">
                <a:moveTo>
                  <a:pt x="0" y="4640580"/>
                </a:moveTo>
                <a:lnTo>
                  <a:pt x="3589020" y="0"/>
                </a:lnTo>
                <a:lnTo>
                  <a:pt x="5935980" y="0"/>
                </a:lnTo>
                <a:lnTo>
                  <a:pt x="1981200" y="5143500"/>
                </a:lnTo>
                <a:lnTo>
                  <a:pt x="7620" y="5143500"/>
                </a:lnTo>
                <a:lnTo>
                  <a:pt x="0" y="4640580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180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3" y="350560"/>
            <a:ext cx="1795636" cy="220298"/>
          </a:xfrm>
          <a:prstGeom prst="rect">
            <a:avLst/>
          </a:prstGeom>
        </p:spPr>
      </p:pic>
      <p:sp>
        <p:nvSpPr>
          <p:cNvPr id="16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212837" y="6379734"/>
            <a:ext cx="3595200" cy="2862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7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212837" y="6013450"/>
            <a:ext cx="3595200" cy="3528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sp>
        <p:nvSpPr>
          <p:cNvPr id="12" name="Titre 11"/>
          <p:cNvSpPr>
            <a:spLocks noGrp="1"/>
          </p:cNvSpPr>
          <p:nvPr>
            <p:ph type="title" hasCustomPrompt="1"/>
          </p:nvPr>
        </p:nvSpPr>
        <p:spPr>
          <a:xfrm>
            <a:off x="2670048" y="2761488"/>
            <a:ext cx="9361085" cy="2982848"/>
          </a:xfrm>
          <a:prstGeom prst="rect">
            <a:avLst/>
          </a:prstGeom>
        </p:spPr>
        <p:txBody>
          <a:bodyPr/>
          <a:lstStyle>
            <a:lvl1pPr marL="0" indent="1162050" algn="l">
              <a:defRPr sz="5000" b="1" baseline="0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                   presentation in bold here</a:t>
            </a:r>
          </a:p>
        </p:txBody>
      </p:sp>
    </p:spTree>
    <p:extLst>
      <p:ext uri="{BB962C8B-B14F-4D97-AF65-F5344CB8AC3E}">
        <p14:creationId xmlns:p14="http://schemas.microsoft.com/office/powerpoint/2010/main" val="1369846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Risk Consulting_Pacific">
    <p:bg>
      <p:bgPr>
        <a:solidFill>
          <a:srgbClr val="4246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/>
          <p:nvPr userDrawn="1"/>
        </p:nvSpPr>
        <p:spPr>
          <a:xfrm>
            <a:off x="-20320" y="1714500"/>
            <a:ext cx="7914640" cy="5143500"/>
          </a:xfrm>
          <a:custGeom>
            <a:avLst/>
            <a:gdLst>
              <a:gd name="connsiteX0" fmla="*/ 0 w 5935980"/>
              <a:gd name="connsiteY0" fmla="*/ 4640580 h 5143500"/>
              <a:gd name="connsiteX1" fmla="*/ 3589020 w 5935980"/>
              <a:gd name="connsiteY1" fmla="*/ 0 h 5143500"/>
              <a:gd name="connsiteX2" fmla="*/ 5935980 w 5935980"/>
              <a:gd name="connsiteY2" fmla="*/ 0 h 5143500"/>
              <a:gd name="connsiteX3" fmla="*/ 1981200 w 5935980"/>
              <a:gd name="connsiteY3" fmla="*/ 5143500 h 5143500"/>
              <a:gd name="connsiteX4" fmla="*/ 7620 w 5935980"/>
              <a:gd name="connsiteY4" fmla="*/ 5143500 h 5143500"/>
              <a:gd name="connsiteX5" fmla="*/ 0 w 5935980"/>
              <a:gd name="connsiteY5" fmla="*/ 4640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35980" h="5143500">
                <a:moveTo>
                  <a:pt x="0" y="4640580"/>
                </a:moveTo>
                <a:lnTo>
                  <a:pt x="3589020" y="0"/>
                </a:lnTo>
                <a:lnTo>
                  <a:pt x="5935980" y="0"/>
                </a:lnTo>
                <a:lnTo>
                  <a:pt x="1981200" y="5143500"/>
                </a:lnTo>
                <a:lnTo>
                  <a:pt x="7620" y="5143500"/>
                </a:lnTo>
                <a:lnTo>
                  <a:pt x="0" y="4640580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180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sp>
        <p:nvSpPr>
          <p:cNvPr id="16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212837" y="6379734"/>
            <a:ext cx="3595200" cy="2862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7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212837" y="6013450"/>
            <a:ext cx="3595200" cy="3528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sp>
        <p:nvSpPr>
          <p:cNvPr id="13" name="Titre 11"/>
          <p:cNvSpPr>
            <a:spLocks noGrp="1"/>
          </p:cNvSpPr>
          <p:nvPr>
            <p:ph type="title" hasCustomPrompt="1"/>
          </p:nvPr>
        </p:nvSpPr>
        <p:spPr>
          <a:xfrm>
            <a:off x="2670048" y="2761488"/>
            <a:ext cx="9361085" cy="2982848"/>
          </a:xfrm>
          <a:prstGeom prst="rect">
            <a:avLst/>
          </a:prstGeom>
        </p:spPr>
        <p:txBody>
          <a:bodyPr/>
          <a:lstStyle>
            <a:lvl1pPr marL="0" indent="1162050" algn="l">
              <a:defRPr sz="5000" b="1" baseline="0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                   presentation in bold here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1" y="350561"/>
            <a:ext cx="2138028" cy="23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390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Art &amp; Lifestyle_Pacific">
    <p:bg>
      <p:bgPr>
        <a:solidFill>
          <a:srgbClr val="4246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/>
          <p:nvPr userDrawn="1"/>
        </p:nvSpPr>
        <p:spPr>
          <a:xfrm>
            <a:off x="-20320" y="1714500"/>
            <a:ext cx="7914640" cy="5143500"/>
          </a:xfrm>
          <a:custGeom>
            <a:avLst/>
            <a:gdLst>
              <a:gd name="connsiteX0" fmla="*/ 0 w 5935980"/>
              <a:gd name="connsiteY0" fmla="*/ 4640580 h 5143500"/>
              <a:gd name="connsiteX1" fmla="*/ 3589020 w 5935980"/>
              <a:gd name="connsiteY1" fmla="*/ 0 h 5143500"/>
              <a:gd name="connsiteX2" fmla="*/ 5935980 w 5935980"/>
              <a:gd name="connsiteY2" fmla="*/ 0 h 5143500"/>
              <a:gd name="connsiteX3" fmla="*/ 1981200 w 5935980"/>
              <a:gd name="connsiteY3" fmla="*/ 5143500 h 5143500"/>
              <a:gd name="connsiteX4" fmla="*/ 7620 w 5935980"/>
              <a:gd name="connsiteY4" fmla="*/ 5143500 h 5143500"/>
              <a:gd name="connsiteX5" fmla="*/ 0 w 5935980"/>
              <a:gd name="connsiteY5" fmla="*/ 4640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35980" h="5143500">
                <a:moveTo>
                  <a:pt x="0" y="4640580"/>
                </a:moveTo>
                <a:lnTo>
                  <a:pt x="3589020" y="0"/>
                </a:lnTo>
                <a:lnTo>
                  <a:pt x="5935980" y="0"/>
                </a:lnTo>
                <a:lnTo>
                  <a:pt x="1981200" y="5143500"/>
                </a:lnTo>
                <a:lnTo>
                  <a:pt x="7620" y="5143500"/>
                </a:lnTo>
                <a:lnTo>
                  <a:pt x="0" y="4640580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180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sp>
        <p:nvSpPr>
          <p:cNvPr id="16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212837" y="6379734"/>
            <a:ext cx="3595200" cy="2862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7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212837" y="6013450"/>
            <a:ext cx="3595200" cy="3528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sp>
        <p:nvSpPr>
          <p:cNvPr id="13" name="Titre 11"/>
          <p:cNvSpPr>
            <a:spLocks noGrp="1"/>
          </p:cNvSpPr>
          <p:nvPr>
            <p:ph type="title" hasCustomPrompt="1"/>
          </p:nvPr>
        </p:nvSpPr>
        <p:spPr>
          <a:xfrm>
            <a:off x="2670048" y="2761488"/>
            <a:ext cx="9361085" cy="2982848"/>
          </a:xfrm>
          <a:prstGeom prst="rect">
            <a:avLst/>
          </a:prstGeom>
        </p:spPr>
        <p:txBody>
          <a:bodyPr/>
          <a:lstStyle>
            <a:lvl1pPr marL="0" indent="1162050" algn="l">
              <a:defRPr sz="5000" b="1" baseline="0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                   presentation in bold here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1" y="350561"/>
            <a:ext cx="1989608" cy="22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96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Pacific">
    <p:bg>
      <p:bgPr>
        <a:solidFill>
          <a:srgbClr val="00AD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contenu 12"/>
          <p:cNvSpPr>
            <a:spLocks noGrp="1"/>
          </p:cNvSpPr>
          <p:nvPr>
            <p:ph sz="quarter" idx="11" hasCustomPrompt="1"/>
          </p:nvPr>
        </p:nvSpPr>
        <p:spPr>
          <a:xfrm>
            <a:off x="3530600" y="828675"/>
            <a:ext cx="5130800" cy="516255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30000" b="1">
                <a:solidFill>
                  <a:srgbClr val="42464C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1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0" hasCustomPrompt="1"/>
          </p:nvPr>
        </p:nvSpPr>
        <p:spPr>
          <a:xfrm>
            <a:off x="0" y="3014092"/>
            <a:ext cx="12192000" cy="82867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3000" b="0" baseline="0">
                <a:solidFill>
                  <a:schemeClr val="bg1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Chapter opening page</a:t>
            </a:r>
          </a:p>
        </p:txBody>
      </p:sp>
      <p:pic>
        <p:nvPicPr>
          <p:cNvPr id="6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519642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Pacific">
    <p:bg>
      <p:bgPr>
        <a:solidFill>
          <a:srgbClr val="00AD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1998134" y="0"/>
            <a:ext cx="10205156" cy="6866467"/>
          </a:xfrm>
          <a:custGeom>
            <a:avLst/>
            <a:gdLst>
              <a:gd name="connsiteX0" fmla="*/ 0 w 7653867"/>
              <a:gd name="connsiteY0" fmla="*/ 6858000 h 6866467"/>
              <a:gd name="connsiteX1" fmla="*/ 6519333 w 7653867"/>
              <a:gd name="connsiteY1" fmla="*/ 0 h 6866467"/>
              <a:gd name="connsiteX2" fmla="*/ 7653867 w 7653867"/>
              <a:gd name="connsiteY2" fmla="*/ 0 h 6866467"/>
              <a:gd name="connsiteX3" fmla="*/ 7653867 w 7653867"/>
              <a:gd name="connsiteY3" fmla="*/ 6866467 h 6866467"/>
              <a:gd name="connsiteX4" fmla="*/ 0 w 7653867"/>
              <a:gd name="connsiteY4" fmla="*/ 685800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53867" h="6866467">
                <a:moveTo>
                  <a:pt x="0" y="6858000"/>
                </a:moveTo>
                <a:lnTo>
                  <a:pt x="6519333" y="0"/>
                </a:lnTo>
                <a:lnTo>
                  <a:pt x="7653867" y="0"/>
                </a:lnTo>
                <a:lnTo>
                  <a:pt x="7653867" y="6866467"/>
                </a:lnTo>
                <a:lnTo>
                  <a:pt x="0" y="6858000"/>
                </a:lnTo>
                <a:close/>
              </a:path>
            </a:pathLst>
          </a:custGeom>
          <a:solidFill>
            <a:srgbClr val="4246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6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sp>
        <p:nvSpPr>
          <p:cNvPr id="17" name="Espace réservé du contenu 9"/>
          <p:cNvSpPr>
            <a:spLocks noGrp="1"/>
          </p:cNvSpPr>
          <p:nvPr>
            <p:ph sz="quarter" idx="11" hasCustomPrompt="1"/>
          </p:nvPr>
        </p:nvSpPr>
        <p:spPr>
          <a:xfrm>
            <a:off x="0" y="2806383"/>
            <a:ext cx="12192000" cy="12700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ctr">
              <a:buNone/>
              <a:defRPr sz="5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213379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Insurance and Reinsurance_Viridian Green">
    <p:bg>
      <p:bgPr>
        <a:solidFill>
          <a:srgbClr val="668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 userDrawn="1"/>
        </p:nvSpPr>
        <p:spPr>
          <a:xfrm>
            <a:off x="-20320" y="1714500"/>
            <a:ext cx="7914640" cy="5143500"/>
          </a:xfrm>
          <a:custGeom>
            <a:avLst/>
            <a:gdLst>
              <a:gd name="connsiteX0" fmla="*/ 0 w 5935980"/>
              <a:gd name="connsiteY0" fmla="*/ 4640580 h 5143500"/>
              <a:gd name="connsiteX1" fmla="*/ 3589020 w 5935980"/>
              <a:gd name="connsiteY1" fmla="*/ 0 h 5143500"/>
              <a:gd name="connsiteX2" fmla="*/ 5935980 w 5935980"/>
              <a:gd name="connsiteY2" fmla="*/ 0 h 5143500"/>
              <a:gd name="connsiteX3" fmla="*/ 1981200 w 5935980"/>
              <a:gd name="connsiteY3" fmla="*/ 5143500 h 5143500"/>
              <a:gd name="connsiteX4" fmla="*/ 7620 w 5935980"/>
              <a:gd name="connsiteY4" fmla="*/ 5143500 h 5143500"/>
              <a:gd name="connsiteX5" fmla="*/ 0 w 5935980"/>
              <a:gd name="connsiteY5" fmla="*/ 4640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35980" h="5143500">
                <a:moveTo>
                  <a:pt x="0" y="4640580"/>
                </a:moveTo>
                <a:lnTo>
                  <a:pt x="3589020" y="0"/>
                </a:lnTo>
                <a:lnTo>
                  <a:pt x="5935980" y="0"/>
                </a:lnTo>
                <a:lnTo>
                  <a:pt x="1981200" y="5143500"/>
                </a:lnTo>
                <a:lnTo>
                  <a:pt x="7620" y="5143500"/>
                </a:lnTo>
                <a:lnTo>
                  <a:pt x="0" y="4640580"/>
                </a:lnTo>
                <a:close/>
              </a:path>
            </a:pathLst>
          </a:custGeom>
          <a:solidFill>
            <a:srgbClr val="96BE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1800">
              <a:latin typeface="+mj-lt"/>
            </a:endParaRP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sp>
        <p:nvSpPr>
          <p:cNvPr id="19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212837" y="6379734"/>
            <a:ext cx="3595200" cy="2862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20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212837" y="6013450"/>
            <a:ext cx="3595200" cy="3528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3" y="350560"/>
            <a:ext cx="1970719" cy="382480"/>
          </a:xfrm>
          <a:prstGeom prst="rect">
            <a:avLst/>
          </a:prstGeom>
        </p:spPr>
      </p:pic>
      <p:sp>
        <p:nvSpPr>
          <p:cNvPr id="14" name="Titre 11"/>
          <p:cNvSpPr>
            <a:spLocks noGrp="1"/>
          </p:cNvSpPr>
          <p:nvPr>
            <p:ph type="title" hasCustomPrompt="1"/>
          </p:nvPr>
        </p:nvSpPr>
        <p:spPr>
          <a:xfrm>
            <a:off x="2670048" y="2761488"/>
            <a:ext cx="9361085" cy="2982848"/>
          </a:xfrm>
          <a:prstGeom prst="rect">
            <a:avLst/>
          </a:prstGeom>
        </p:spPr>
        <p:txBody>
          <a:bodyPr/>
          <a:lstStyle>
            <a:lvl1pPr marL="0" indent="1162050" algn="l">
              <a:defRPr sz="5000" b="1" baseline="0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                   presentation in bold here</a:t>
            </a:r>
          </a:p>
        </p:txBody>
      </p:sp>
    </p:spTree>
    <p:extLst>
      <p:ext uri="{BB962C8B-B14F-4D97-AF65-F5344CB8AC3E}">
        <p14:creationId xmlns:p14="http://schemas.microsoft.com/office/powerpoint/2010/main" val="14359790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Insurance_Viridian Green">
    <p:bg>
      <p:bgPr>
        <a:solidFill>
          <a:srgbClr val="668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 userDrawn="1"/>
        </p:nvSpPr>
        <p:spPr>
          <a:xfrm>
            <a:off x="-20320" y="1714500"/>
            <a:ext cx="7914640" cy="5143500"/>
          </a:xfrm>
          <a:custGeom>
            <a:avLst/>
            <a:gdLst>
              <a:gd name="connsiteX0" fmla="*/ 0 w 5935980"/>
              <a:gd name="connsiteY0" fmla="*/ 4640580 h 5143500"/>
              <a:gd name="connsiteX1" fmla="*/ 3589020 w 5935980"/>
              <a:gd name="connsiteY1" fmla="*/ 0 h 5143500"/>
              <a:gd name="connsiteX2" fmla="*/ 5935980 w 5935980"/>
              <a:gd name="connsiteY2" fmla="*/ 0 h 5143500"/>
              <a:gd name="connsiteX3" fmla="*/ 1981200 w 5935980"/>
              <a:gd name="connsiteY3" fmla="*/ 5143500 h 5143500"/>
              <a:gd name="connsiteX4" fmla="*/ 7620 w 5935980"/>
              <a:gd name="connsiteY4" fmla="*/ 5143500 h 5143500"/>
              <a:gd name="connsiteX5" fmla="*/ 0 w 5935980"/>
              <a:gd name="connsiteY5" fmla="*/ 4640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35980" h="5143500">
                <a:moveTo>
                  <a:pt x="0" y="4640580"/>
                </a:moveTo>
                <a:lnTo>
                  <a:pt x="3589020" y="0"/>
                </a:lnTo>
                <a:lnTo>
                  <a:pt x="5935980" y="0"/>
                </a:lnTo>
                <a:lnTo>
                  <a:pt x="1981200" y="5143500"/>
                </a:lnTo>
                <a:lnTo>
                  <a:pt x="7620" y="5143500"/>
                </a:lnTo>
                <a:lnTo>
                  <a:pt x="0" y="4640580"/>
                </a:lnTo>
                <a:close/>
              </a:path>
            </a:pathLst>
          </a:custGeom>
          <a:solidFill>
            <a:srgbClr val="96BE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1800">
              <a:latin typeface="+mj-lt"/>
            </a:endParaRP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sp>
        <p:nvSpPr>
          <p:cNvPr id="19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212837" y="6379734"/>
            <a:ext cx="3595200" cy="2862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20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212837" y="6013450"/>
            <a:ext cx="3595200" cy="3528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sp>
        <p:nvSpPr>
          <p:cNvPr id="14" name="Titre 11"/>
          <p:cNvSpPr>
            <a:spLocks noGrp="1"/>
          </p:cNvSpPr>
          <p:nvPr>
            <p:ph type="title" hasCustomPrompt="1"/>
          </p:nvPr>
        </p:nvSpPr>
        <p:spPr>
          <a:xfrm>
            <a:off x="2670048" y="2761488"/>
            <a:ext cx="9361085" cy="2982848"/>
          </a:xfrm>
          <a:prstGeom prst="rect">
            <a:avLst/>
          </a:prstGeom>
        </p:spPr>
        <p:txBody>
          <a:bodyPr/>
          <a:lstStyle>
            <a:lvl1pPr marL="0" indent="1162050" algn="l">
              <a:defRPr sz="5000" b="1" baseline="0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                   presentation in bold here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1" y="350562"/>
            <a:ext cx="1518532" cy="21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31669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Reinsurance_Viridian Green">
    <p:bg>
      <p:bgPr>
        <a:solidFill>
          <a:srgbClr val="668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 userDrawn="1"/>
        </p:nvSpPr>
        <p:spPr>
          <a:xfrm>
            <a:off x="-20320" y="1714500"/>
            <a:ext cx="7914640" cy="5143500"/>
          </a:xfrm>
          <a:custGeom>
            <a:avLst/>
            <a:gdLst>
              <a:gd name="connsiteX0" fmla="*/ 0 w 5935980"/>
              <a:gd name="connsiteY0" fmla="*/ 4640580 h 5143500"/>
              <a:gd name="connsiteX1" fmla="*/ 3589020 w 5935980"/>
              <a:gd name="connsiteY1" fmla="*/ 0 h 5143500"/>
              <a:gd name="connsiteX2" fmla="*/ 5935980 w 5935980"/>
              <a:gd name="connsiteY2" fmla="*/ 0 h 5143500"/>
              <a:gd name="connsiteX3" fmla="*/ 1981200 w 5935980"/>
              <a:gd name="connsiteY3" fmla="*/ 5143500 h 5143500"/>
              <a:gd name="connsiteX4" fmla="*/ 7620 w 5935980"/>
              <a:gd name="connsiteY4" fmla="*/ 5143500 h 5143500"/>
              <a:gd name="connsiteX5" fmla="*/ 0 w 5935980"/>
              <a:gd name="connsiteY5" fmla="*/ 4640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35980" h="5143500">
                <a:moveTo>
                  <a:pt x="0" y="4640580"/>
                </a:moveTo>
                <a:lnTo>
                  <a:pt x="3589020" y="0"/>
                </a:lnTo>
                <a:lnTo>
                  <a:pt x="5935980" y="0"/>
                </a:lnTo>
                <a:lnTo>
                  <a:pt x="1981200" y="5143500"/>
                </a:lnTo>
                <a:lnTo>
                  <a:pt x="7620" y="5143500"/>
                </a:lnTo>
                <a:lnTo>
                  <a:pt x="0" y="4640580"/>
                </a:lnTo>
                <a:close/>
              </a:path>
            </a:pathLst>
          </a:custGeom>
          <a:solidFill>
            <a:srgbClr val="96BE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180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3" y="350560"/>
            <a:ext cx="1795636" cy="220298"/>
          </a:xfrm>
          <a:prstGeom prst="rect">
            <a:avLst/>
          </a:prstGeom>
        </p:spPr>
      </p:pic>
      <p:sp>
        <p:nvSpPr>
          <p:cNvPr id="16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212837" y="6379734"/>
            <a:ext cx="3595200" cy="2862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7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212837" y="6013450"/>
            <a:ext cx="3595200" cy="3528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sp>
        <p:nvSpPr>
          <p:cNvPr id="12" name="Titre 11"/>
          <p:cNvSpPr>
            <a:spLocks noGrp="1"/>
          </p:cNvSpPr>
          <p:nvPr>
            <p:ph type="title" hasCustomPrompt="1"/>
          </p:nvPr>
        </p:nvSpPr>
        <p:spPr>
          <a:xfrm>
            <a:off x="2670048" y="2761488"/>
            <a:ext cx="9361085" cy="2982848"/>
          </a:xfrm>
          <a:prstGeom prst="rect">
            <a:avLst/>
          </a:prstGeom>
        </p:spPr>
        <p:txBody>
          <a:bodyPr/>
          <a:lstStyle>
            <a:lvl1pPr marL="0" indent="1162050" algn="l">
              <a:defRPr sz="5000" b="1" baseline="0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                   presentation in bold here</a:t>
            </a:r>
          </a:p>
        </p:txBody>
      </p:sp>
    </p:spTree>
    <p:extLst>
      <p:ext uri="{BB962C8B-B14F-4D97-AF65-F5344CB8AC3E}">
        <p14:creationId xmlns:p14="http://schemas.microsoft.com/office/powerpoint/2010/main" val="37947712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Risk Consulting_Viridian Green">
    <p:bg>
      <p:bgPr>
        <a:solidFill>
          <a:srgbClr val="668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/>
          <p:nvPr userDrawn="1"/>
        </p:nvSpPr>
        <p:spPr>
          <a:xfrm>
            <a:off x="-20320" y="1714500"/>
            <a:ext cx="7914640" cy="5143500"/>
          </a:xfrm>
          <a:custGeom>
            <a:avLst/>
            <a:gdLst>
              <a:gd name="connsiteX0" fmla="*/ 0 w 5935980"/>
              <a:gd name="connsiteY0" fmla="*/ 4640580 h 5143500"/>
              <a:gd name="connsiteX1" fmla="*/ 3589020 w 5935980"/>
              <a:gd name="connsiteY1" fmla="*/ 0 h 5143500"/>
              <a:gd name="connsiteX2" fmla="*/ 5935980 w 5935980"/>
              <a:gd name="connsiteY2" fmla="*/ 0 h 5143500"/>
              <a:gd name="connsiteX3" fmla="*/ 1981200 w 5935980"/>
              <a:gd name="connsiteY3" fmla="*/ 5143500 h 5143500"/>
              <a:gd name="connsiteX4" fmla="*/ 7620 w 5935980"/>
              <a:gd name="connsiteY4" fmla="*/ 5143500 h 5143500"/>
              <a:gd name="connsiteX5" fmla="*/ 0 w 5935980"/>
              <a:gd name="connsiteY5" fmla="*/ 4640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35980" h="5143500">
                <a:moveTo>
                  <a:pt x="0" y="4640580"/>
                </a:moveTo>
                <a:lnTo>
                  <a:pt x="3589020" y="0"/>
                </a:lnTo>
                <a:lnTo>
                  <a:pt x="5935980" y="0"/>
                </a:lnTo>
                <a:lnTo>
                  <a:pt x="1981200" y="5143500"/>
                </a:lnTo>
                <a:lnTo>
                  <a:pt x="7620" y="5143500"/>
                </a:lnTo>
                <a:lnTo>
                  <a:pt x="0" y="4640580"/>
                </a:lnTo>
                <a:close/>
              </a:path>
            </a:pathLst>
          </a:custGeom>
          <a:solidFill>
            <a:srgbClr val="96BE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180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sp>
        <p:nvSpPr>
          <p:cNvPr id="16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212837" y="6379734"/>
            <a:ext cx="3595200" cy="2862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7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212837" y="6013450"/>
            <a:ext cx="3595200" cy="3528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sp>
        <p:nvSpPr>
          <p:cNvPr id="13" name="Titre 11"/>
          <p:cNvSpPr>
            <a:spLocks noGrp="1"/>
          </p:cNvSpPr>
          <p:nvPr>
            <p:ph type="title" hasCustomPrompt="1"/>
          </p:nvPr>
        </p:nvSpPr>
        <p:spPr>
          <a:xfrm>
            <a:off x="2670048" y="2761488"/>
            <a:ext cx="9361085" cy="2982848"/>
          </a:xfrm>
          <a:prstGeom prst="rect">
            <a:avLst/>
          </a:prstGeom>
        </p:spPr>
        <p:txBody>
          <a:bodyPr/>
          <a:lstStyle>
            <a:lvl1pPr marL="0" indent="1162050" algn="l">
              <a:defRPr sz="5000" b="1" baseline="0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                   presentation in bold here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1" y="350561"/>
            <a:ext cx="2138028" cy="23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82034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Art &amp; Lifestyle_Viridian Green">
    <p:bg>
      <p:bgPr>
        <a:solidFill>
          <a:srgbClr val="668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/>
          <p:nvPr userDrawn="1"/>
        </p:nvSpPr>
        <p:spPr>
          <a:xfrm>
            <a:off x="-20320" y="1714500"/>
            <a:ext cx="7914640" cy="5143500"/>
          </a:xfrm>
          <a:custGeom>
            <a:avLst/>
            <a:gdLst>
              <a:gd name="connsiteX0" fmla="*/ 0 w 5935980"/>
              <a:gd name="connsiteY0" fmla="*/ 4640580 h 5143500"/>
              <a:gd name="connsiteX1" fmla="*/ 3589020 w 5935980"/>
              <a:gd name="connsiteY1" fmla="*/ 0 h 5143500"/>
              <a:gd name="connsiteX2" fmla="*/ 5935980 w 5935980"/>
              <a:gd name="connsiteY2" fmla="*/ 0 h 5143500"/>
              <a:gd name="connsiteX3" fmla="*/ 1981200 w 5935980"/>
              <a:gd name="connsiteY3" fmla="*/ 5143500 h 5143500"/>
              <a:gd name="connsiteX4" fmla="*/ 7620 w 5935980"/>
              <a:gd name="connsiteY4" fmla="*/ 5143500 h 5143500"/>
              <a:gd name="connsiteX5" fmla="*/ 0 w 5935980"/>
              <a:gd name="connsiteY5" fmla="*/ 4640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35980" h="5143500">
                <a:moveTo>
                  <a:pt x="0" y="4640580"/>
                </a:moveTo>
                <a:lnTo>
                  <a:pt x="3589020" y="0"/>
                </a:lnTo>
                <a:lnTo>
                  <a:pt x="5935980" y="0"/>
                </a:lnTo>
                <a:lnTo>
                  <a:pt x="1981200" y="5143500"/>
                </a:lnTo>
                <a:lnTo>
                  <a:pt x="7620" y="5143500"/>
                </a:lnTo>
                <a:lnTo>
                  <a:pt x="0" y="4640580"/>
                </a:lnTo>
                <a:close/>
              </a:path>
            </a:pathLst>
          </a:custGeom>
          <a:solidFill>
            <a:srgbClr val="96BE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180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sp>
        <p:nvSpPr>
          <p:cNvPr id="16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212837" y="6379734"/>
            <a:ext cx="3595200" cy="2862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7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212837" y="6013450"/>
            <a:ext cx="3595200" cy="3528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sp>
        <p:nvSpPr>
          <p:cNvPr id="13" name="Titre 11"/>
          <p:cNvSpPr>
            <a:spLocks noGrp="1"/>
          </p:cNvSpPr>
          <p:nvPr>
            <p:ph type="title" hasCustomPrompt="1"/>
          </p:nvPr>
        </p:nvSpPr>
        <p:spPr>
          <a:xfrm>
            <a:off x="2670048" y="2761488"/>
            <a:ext cx="9361085" cy="2982848"/>
          </a:xfrm>
          <a:prstGeom prst="rect">
            <a:avLst/>
          </a:prstGeom>
        </p:spPr>
        <p:txBody>
          <a:bodyPr/>
          <a:lstStyle>
            <a:lvl1pPr marL="0" indent="1162050" algn="l">
              <a:defRPr sz="5000" b="1" baseline="0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                   presentation in bold here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1" y="350561"/>
            <a:ext cx="1989608" cy="22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09492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Viridian Green">
    <p:bg>
      <p:bgPr>
        <a:solidFill>
          <a:srgbClr val="668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contenu 12"/>
          <p:cNvSpPr>
            <a:spLocks noGrp="1"/>
          </p:cNvSpPr>
          <p:nvPr>
            <p:ph sz="quarter" idx="11" hasCustomPrompt="1"/>
          </p:nvPr>
        </p:nvSpPr>
        <p:spPr>
          <a:xfrm>
            <a:off x="3530600" y="828675"/>
            <a:ext cx="5130800" cy="516255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30000" b="1">
                <a:solidFill>
                  <a:srgbClr val="96BEAF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1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0" hasCustomPrompt="1"/>
          </p:nvPr>
        </p:nvSpPr>
        <p:spPr>
          <a:xfrm>
            <a:off x="0" y="3014092"/>
            <a:ext cx="12192000" cy="82867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3000" b="0" baseline="0">
                <a:solidFill>
                  <a:schemeClr val="bg1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Chapter opening page</a:t>
            </a:r>
          </a:p>
        </p:txBody>
      </p:sp>
      <p:pic>
        <p:nvPicPr>
          <p:cNvPr id="6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746340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Viridian Green">
    <p:bg>
      <p:bgPr>
        <a:solidFill>
          <a:srgbClr val="668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1998134" y="0"/>
            <a:ext cx="10205156" cy="6866467"/>
          </a:xfrm>
          <a:custGeom>
            <a:avLst/>
            <a:gdLst>
              <a:gd name="connsiteX0" fmla="*/ 0 w 7653867"/>
              <a:gd name="connsiteY0" fmla="*/ 6858000 h 6866467"/>
              <a:gd name="connsiteX1" fmla="*/ 6519333 w 7653867"/>
              <a:gd name="connsiteY1" fmla="*/ 0 h 6866467"/>
              <a:gd name="connsiteX2" fmla="*/ 7653867 w 7653867"/>
              <a:gd name="connsiteY2" fmla="*/ 0 h 6866467"/>
              <a:gd name="connsiteX3" fmla="*/ 7653867 w 7653867"/>
              <a:gd name="connsiteY3" fmla="*/ 6866467 h 6866467"/>
              <a:gd name="connsiteX4" fmla="*/ 0 w 7653867"/>
              <a:gd name="connsiteY4" fmla="*/ 685800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53867" h="6866467">
                <a:moveTo>
                  <a:pt x="0" y="6858000"/>
                </a:moveTo>
                <a:lnTo>
                  <a:pt x="6519333" y="0"/>
                </a:lnTo>
                <a:lnTo>
                  <a:pt x="7653867" y="0"/>
                </a:lnTo>
                <a:lnTo>
                  <a:pt x="7653867" y="6866467"/>
                </a:lnTo>
                <a:lnTo>
                  <a:pt x="0" y="6858000"/>
                </a:lnTo>
                <a:close/>
              </a:path>
            </a:pathLst>
          </a:custGeom>
          <a:solidFill>
            <a:srgbClr val="96BE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6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sp>
        <p:nvSpPr>
          <p:cNvPr id="17" name="Espace réservé du contenu 9"/>
          <p:cNvSpPr>
            <a:spLocks noGrp="1"/>
          </p:cNvSpPr>
          <p:nvPr>
            <p:ph sz="quarter" idx="11" hasCustomPrompt="1"/>
          </p:nvPr>
        </p:nvSpPr>
        <p:spPr>
          <a:xfrm>
            <a:off x="0" y="2806383"/>
            <a:ext cx="12192000" cy="12700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ctr">
              <a:buNone/>
              <a:defRPr sz="5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662783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Insurance and Reinsurance_Tosca">
    <p:bg>
      <p:bgPr>
        <a:solidFill>
          <a:srgbClr val="9141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 userDrawn="1"/>
        </p:nvSpPr>
        <p:spPr>
          <a:xfrm>
            <a:off x="-20320" y="1714500"/>
            <a:ext cx="7914640" cy="5143500"/>
          </a:xfrm>
          <a:custGeom>
            <a:avLst/>
            <a:gdLst>
              <a:gd name="connsiteX0" fmla="*/ 0 w 5935980"/>
              <a:gd name="connsiteY0" fmla="*/ 4640580 h 5143500"/>
              <a:gd name="connsiteX1" fmla="*/ 3589020 w 5935980"/>
              <a:gd name="connsiteY1" fmla="*/ 0 h 5143500"/>
              <a:gd name="connsiteX2" fmla="*/ 5935980 w 5935980"/>
              <a:gd name="connsiteY2" fmla="*/ 0 h 5143500"/>
              <a:gd name="connsiteX3" fmla="*/ 1981200 w 5935980"/>
              <a:gd name="connsiteY3" fmla="*/ 5143500 h 5143500"/>
              <a:gd name="connsiteX4" fmla="*/ 7620 w 5935980"/>
              <a:gd name="connsiteY4" fmla="*/ 5143500 h 5143500"/>
              <a:gd name="connsiteX5" fmla="*/ 0 w 5935980"/>
              <a:gd name="connsiteY5" fmla="*/ 4640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35980" h="5143500">
                <a:moveTo>
                  <a:pt x="0" y="4640580"/>
                </a:moveTo>
                <a:lnTo>
                  <a:pt x="3589020" y="0"/>
                </a:lnTo>
                <a:lnTo>
                  <a:pt x="5935980" y="0"/>
                </a:lnTo>
                <a:lnTo>
                  <a:pt x="1981200" y="5143500"/>
                </a:lnTo>
                <a:lnTo>
                  <a:pt x="7620" y="5143500"/>
                </a:lnTo>
                <a:lnTo>
                  <a:pt x="0" y="4640580"/>
                </a:lnTo>
                <a:close/>
              </a:path>
            </a:pathLst>
          </a:custGeom>
          <a:solidFill>
            <a:srgbClr val="919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1800">
              <a:latin typeface="+mj-lt"/>
            </a:endParaRP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sp>
        <p:nvSpPr>
          <p:cNvPr id="19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212837" y="6379734"/>
            <a:ext cx="3595200" cy="2862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20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212837" y="6013450"/>
            <a:ext cx="3595200" cy="3528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3" y="350560"/>
            <a:ext cx="1970719" cy="382480"/>
          </a:xfrm>
          <a:prstGeom prst="rect">
            <a:avLst/>
          </a:prstGeom>
        </p:spPr>
      </p:pic>
      <p:sp>
        <p:nvSpPr>
          <p:cNvPr id="14" name="Titre 11"/>
          <p:cNvSpPr>
            <a:spLocks noGrp="1"/>
          </p:cNvSpPr>
          <p:nvPr>
            <p:ph type="title" hasCustomPrompt="1"/>
          </p:nvPr>
        </p:nvSpPr>
        <p:spPr>
          <a:xfrm>
            <a:off x="2670048" y="2761488"/>
            <a:ext cx="9361085" cy="2982848"/>
          </a:xfrm>
          <a:prstGeom prst="rect">
            <a:avLst/>
          </a:prstGeom>
        </p:spPr>
        <p:txBody>
          <a:bodyPr/>
          <a:lstStyle>
            <a:lvl1pPr marL="0" indent="1162050" algn="l">
              <a:defRPr sz="5000" b="1" baseline="0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                   presentation in bold here</a:t>
            </a:r>
          </a:p>
        </p:txBody>
      </p:sp>
    </p:spTree>
    <p:extLst>
      <p:ext uri="{BB962C8B-B14F-4D97-AF65-F5344CB8AC3E}">
        <p14:creationId xmlns:p14="http://schemas.microsoft.com/office/powerpoint/2010/main" val="40157440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Insurance_Tosca">
    <p:bg>
      <p:bgPr>
        <a:solidFill>
          <a:srgbClr val="9141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 userDrawn="1"/>
        </p:nvSpPr>
        <p:spPr>
          <a:xfrm>
            <a:off x="-20320" y="1714500"/>
            <a:ext cx="7914640" cy="5143500"/>
          </a:xfrm>
          <a:custGeom>
            <a:avLst/>
            <a:gdLst>
              <a:gd name="connsiteX0" fmla="*/ 0 w 5935980"/>
              <a:gd name="connsiteY0" fmla="*/ 4640580 h 5143500"/>
              <a:gd name="connsiteX1" fmla="*/ 3589020 w 5935980"/>
              <a:gd name="connsiteY1" fmla="*/ 0 h 5143500"/>
              <a:gd name="connsiteX2" fmla="*/ 5935980 w 5935980"/>
              <a:gd name="connsiteY2" fmla="*/ 0 h 5143500"/>
              <a:gd name="connsiteX3" fmla="*/ 1981200 w 5935980"/>
              <a:gd name="connsiteY3" fmla="*/ 5143500 h 5143500"/>
              <a:gd name="connsiteX4" fmla="*/ 7620 w 5935980"/>
              <a:gd name="connsiteY4" fmla="*/ 5143500 h 5143500"/>
              <a:gd name="connsiteX5" fmla="*/ 0 w 5935980"/>
              <a:gd name="connsiteY5" fmla="*/ 4640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35980" h="5143500">
                <a:moveTo>
                  <a:pt x="0" y="4640580"/>
                </a:moveTo>
                <a:lnTo>
                  <a:pt x="3589020" y="0"/>
                </a:lnTo>
                <a:lnTo>
                  <a:pt x="5935980" y="0"/>
                </a:lnTo>
                <a:lnTo>
                  <a:pt x="1981200" y="5143500"/>
                </a:lnTo>
                <a:lnTo>
                  <a:pt x="7620" y="5143500"/>
                </a:lnTo>
                <a:lnTo>
                  <a:pt x="0" y="4640580"/>
                </a:lnTo>
                <a:close/>
              </a:path>
            </a:pathLst>
          </a:custGeom>
          <a:solidFill>
            <a:srgbClr val="919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1800">
              <a:latin typeface="+mj-lt"/>
            </a:endParaRP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sp>
        <p:nvSpPr>
          <p:cNvPr id="19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212837" y="6379734"/>
            <a:ext cx="3595200" cy="2862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20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212837" y="6013450"/>
            <a:ext cx="3595200" cy="3528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sp>
        <p:nvSpPr>
          <p:cNvPr id="14" name="Titre 11"/>
          <p:cNvSpPr>
            <a:spLocks noGrp="1"/>
          </p:cNvSpPr>
          <p:nvPr>
            <p:ph type="title" hasCustomPrompt="1"/>
          </p:nvPr>
        </p:nvSpPr>
        <p:spPr>
          <a:xfrm>
            <a:off x="2670048" y="2761488"/>
            <a:ext cx="9361085" cy="2982848"/>
          </a:xfrm>
          <a:prstGeom prst="rect">
            <a:avLst/>
          </a:prstGeom>
        </p:spPr>
        <p:txBody>
          <a:bodyPr/>
          <a:lstStyle>
            <a:lvl1pPr marL="0" indent="1162050" algn="l">
              <a:defRPr sz="5000" b="1" baseline="0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                   presentation in bold here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1" y="350562"/>
            <a:ext cx="1518532" cy="21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984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Reinsurance_Tosca">
    <p:bg>
      <p:bgPr>
        <a:solidFill>
          <a:srgbClr val="9141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 userDrawn="1"/>
        </p:nvSpPr>
        <p:spPr>
          <a:xfrm>
            <a:off x="-20320" y="1714500"/>
            <a:ext cx="7914640" cy="5143500"/>
          </a:xfrm>
          <a:custGeom>
            <a:avLst/>
            <a:gdLst>
              <a:gd name="connsiteX0" fmla="*/ 0 w 5935980"/>
              <a:gd name="connsiteY0" fmla="*/ 4640580 h 5143500"/>
              <a:gd name="connsiteX1" fmla="*/ 3589020 w 5935980"/>
              <a:gd name="connsiteY1" fmla="*/ 0 h 5143500"/>
              <a:gd name="connsiteX2" fmla="*/ 5935980 w 5935980"/>
              <a:gd name="connsiteY2" fmla="*/ 0 h 5143500"/>
              <a:gd name="connsiteX3" fmla="*/ 1981200 w 5935980"/>
              <a:gd name="connsiteY3" fmla="*/ 5143500 h 5143500"/>
              <a:gd name="connsiteX4" fmla="*/ 7620 w 5935980"/>
              <a:gd name="connsiteY4" fmla="*/ 5143500 h 5143500"/>
              <a:gd name="connsiteX5" fmla="*/ 0 w 5935980"/>
              <a:gd name="connsiteY5" fmla="*/ 4640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35980" h="5143500">
                <a:moveTo>
                  <a:pt x="0" y="4640580"/>
                </a:moveTo>
                <a:lnTo>
                  <a:pt x="3589020" y="0"/>
                </a:lnTo>
                <a:lnTo>
                  <a:pt x="5935980" y="0"/>
                </a:lnTo>
                <a:lnTo>
                  <a:pt x="1981200" y="5143500"/>
                </a:lnTo>
                <a:lnTo>
                  <a:pt x="7620" y="5143500"/>
                </a:lnTo>
                <a:lnTo>
                  <a:pt x="0" y="4640580"/>
                </a:lnTo>
                <a:close/>
              </a:path>
            </a:pathLst>
          </a:custGeom>
          <a:solidFill>
            <a:srgbClr val="919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180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3" y="350560"/>
            <a:ext cx="1795636" cy="220298"/>
          </a:xfrm>
          <a:prstGeom prst="rect">
            <a:avLst/>
          </a:prstGeom>
        </p:spPr>
      </p:pic>
      <p:sp>
        <p:nvSpPr>
          <p:cNvPr id="16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212837" y="6379734"/>
            <a:ext cx="3595200" cy="2862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7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212837" y="6013450"/>
            <a:ext cx="3595200" cy="3528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sp>
        <p:nvSpPr>
          <p:cNvPr id="12" name="Titre 11"/>
          <p:cNvSpPr>
            <a:spLocks noGrp="1"/>
          </p:cNvSpPr>
          <p:nvPr>
            <p:ph type="title" hasCustomPrompt="1"/>
          </p:nvPr>
        </p:nvSpPr>
        <p:spPr>
          <a:xfrm>
            <a:off x="2670048" y="2761488"/>
            <a:ext cx="9361085" cy="2982848"/>
          </a:xfrm>
          <a:prstGeom prst="rect">
            <a:avLst/>
          </a:prstGeom>
        </p:spPr>
        <p:txBody>
          <a:bodyPr/>
          <a:lstStyle>
            <a:lvl1pPr marL="0" indent="1162050" algn="l">
              <a:defRPr sz="5000" b="1" baseline="0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                   presentation in bold here</a:t>
            </a:r>
          </a:p>
        </p:txBody>
      </p:sp>
    </p:spTree>
    <p:extLst>
      <p:ext uri="{BB962C8B-B14F-4D97-AF65-F5344CB8AC3E}">
        <p14:creationId xmlns:p14="http://schemas.microsoft.com/office/powerpoint/2010/main" val="33827094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Risk Consulting_Tosca">
    <p:bg>
      <p:bgPr>
        <a:solidFill>
          <a:srgbClr val="9141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/>
          <p:nvPr userDrawn="1"/>
        </p:nvSpPr>
        <p:spPr>
          <a:xfrm>
            <a:off x="-20320" y="1714500"/>
            <a:ext cx="7914640" cy="5143500"/>
          </a:xfrm>
          <a:custGeom>
            <a:avLst/>
            <a:gdLst>
              <a:gd name="connsiteX0" fmla="*/ 0 w 5935980"/>
              <a:gd name="connsiteY0" fmla="*/ 4640580 h 5143500"/>
              <a:gd name="connsiteX1" fmla="*/ 3589020 w 5935980"/>
              <a:gd name="connsiteY1" fmla="*/ 0 h 5143500"/>
              <a:gd name="connsiteX2" fmla="*/ 5935980 w 5935980"/>
              <a:gd name="connsiteY2" fmla="*/ 0 h 5143500"/>
              <a:gd name="connsiteX3" fmla="*/ 1981200 w 5935980"/>
              <a:gd name="connsiteY3" fmla="*/ 5143500 h 5143500"/>
              <a:gd name="connsiteX4" fmla="*/ 7620 w 5935980"/>
              <a:gd name="connsiteY4" fmla="*/ 5143500 h 5143500"/>
              <a:gd name="connsiteX5" fmla="*/ 0 w 5935980"/>
              <a:gd name="connsiteY5" fmla="*/ 4640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35980" h="5143500">
                <a:moveTo>
                  <a:pt x="0" y="4640580"/>
                </a:moveTo>
                <a:lnTo>
                  <a:pt x="3589020" y="0"/>
                </a:lnTo>
                <a:lnTo>
                  <a:pt x="5935980" y="0"/>
                </a:lnTo>
                <a:lnTo>
                  <a:pt x="1981200" y="5143500"/>
                </a:lnTo>
                <a:lnTo>
                  <a:pt x="7620" y="5143500"/>
                </a:lnTo>
                <a:lnTo>
                  <a:pt x="0" y="4640580"/>
                </a:lnTo>
                <a:close/>
              </a:path>
            </a:pathLst>
          </a:custGeom>
          <a:solidFill>
            <a:srgbClr val="919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180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sp>
        <p:nvSpPr>
          <p:cNvPr id="16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212837" y="6379734"/>
            <a:ext cx="3595200" cy="2862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7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212837" y="6013450"/>
            <a:ext cx="3595200" cy="3528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sp>
        <p:nvSpPr>
          <p:cNvPr id="13" name="Titre 11"/>
          <p:cNvSpPr>
            <a:spLocks noGrp="1"/>
          </p:cNvSpPr>
          <p:nvPr>
            <p:ph type="title" hasCustomPrompt="1"/>
          </p:nvPr>
        </p:nvSpPr>
        <p:spPr>
          <a:xfrm>
            <a:off x="2670048" y="2761488"/>
            <a:ext cx="9361085" cy="2982848"/>
          </a:xfrm>
          <a:prstGeom prst="rect">
            <a:avLst/>
          </a:prstGeom>
        </p:spPr>
        <p:txBody>
          <a:bodyPr/>
          <a:lstStyle>
            <a:lvl1pPr marL="0" indent="1162050" algn="l">
              <a:defRPr sz="5000" b="1" baseline="0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                   presentation in bold here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1" y="350561"/>
            <a:ext cx="2138028" cy="23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2104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XA XL Art Lifestyle_Tosca">
    <p:bg>
      <p:bgPr>
        <a:solidFill>
          <a:srgbClr val="9141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/>
          <p:nvPr userDrawn="1"/>
        </p:nvSpPr>
        <p:spPr>
          <a:xfrm>
            <a:off x="-20320" y="1714500"/>
            <a:ext cx="7914640" cy="5143500"/>
          </a:xfrm>
          <a:custGeom>
            <a:avLst/>
            <a:gdLst>
              <a:gd name="connsiteX0" fmla="*/ 0 w 5935980"/>
              <a:gd name="connsiteY0" fmla="*/ 4640580 h 5143500"/>
              <a:gd name="connsiteX1" fmla="*/ 3589020 w 5935980"/>
              <a:gd name="connsiteY1" fmla="*/ 0 h 5143500"/>
              <a:gd name="connsiteX2" fmla="*/ 5935980 w 5935980"/>
              <a:gd name="connsiteY2" fmla="*/ 0 h 5143500"/>
              <a:gd name="connsiteX3" fmla="*/ 1981200 w 5935980"/>
              <a:gd name="connsiteY3" fmla="*/ 5143500 h 5143500"/>
              <a:gd name="connsiteX4" fmla="*/ 7620 w 5935980"/>
              <a:gd name="connsiteY4" fmla="*/ 5143500 h 5143500"/>
              <a:gd name="connsiteX5" fmla="*/ 0 w 5935980"/>
              <a:gd name="connsiteY5" fmla="*/ 4640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35980" h="5143500">
                <a:moveTo>
                  <a:pt x="0" y="4640580"/>
                </a:moveTo>
                <a:lnTo>
                  <a:pt x="3589020" y="0"/>
                </a:lnTo>
                <a:lnTo>
                  <a:pt x="5935980" y="0"/>
                </a:lnTo>
                <a:lnTo>
                  <a:pt x="1981200" y="5143500"/>
                </a:lnTo>
                <a:lnTo>
                  <a:pt x="7620" y="5143500"/>
                </a:lnTo>
                <a:lnTo>
                  <a:pt x="0" y="4640580"/>
                </a:lnTo>
                <a:close/>
              </a:path>
            </a:pathLst>
          </a:custGeom>
          <a:solidFill>
            <a:srgbClr val="919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180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sp>
        <p:nvSpPr>
          <p:cNvPr id="16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212837" y="6379734"/>
            <a:ext cx="3595200" cy="28623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Date - Place</a:t>
            </a:r>
          </a:p>
        </p:txBody>
      </p:sp>
      <p:sp>
        <p:nvSpPr>
          <p:cNvPr id="17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212837" y="6013450"/>
            <a:ext cx="3595200" cy="352800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Speaker/Team/Other</a:t>
            </a:r>
          </a:p>
        </p:txBody>
      </p:sp>
      <p:sp>
        <p:nvSpPr>
          <p:cNvPr id="13" name="Titre 11"/>
          <p:cNvSpPr>
            <a:spLocks noGrp="1"/>
          </p:cNvSpPr>
          <p:nvPr>
            <p:ph type="title" hasCustomPrompt="1"/>
          </p:nvPr>
        </p:nvSpPr>
        <p:spPr>
          <a:xfrm>
            <a:off x="2670048" y="2761488"/>
            <a:ext cx="9361085" cy="2982848"/>
          </a:xfrm>
          <a:prstGeom prst="rect">
            <a:avLst/>
          </a:prstGeom>
        </p:spPr>
        <p:txBody>
          <a:bodyPr/>
          <a:lstStyle>
            <a:lvl1pPr marL="0" indent="1162050" algn="l">
              <a:defRPr sz="5000" b="1" baseline="0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 dirty="0"/>
              <a:t>Insert title of the                          presentation in bold here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1" y="350561"/>
            <a:ext cx="1989608" cy="22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92038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Tosca">
    <p:bg>
      <p:bgPr>
        <a:solidFill>
          <a:srgbClr val="9141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contenu 12"/>
          <p:cNvSpPr>
            <a:spLocks noGrp="1"/>
          </p:cNvSpPr>
          <p:nvPr>
            <p:ph sz="quarter" idx="11" hasCustomPrompt="1"/>
          </p:nvPr>
        </p:nvSpPr>
        <p:spPr>
          <a:xfrm>
            <a:off x="3530600" y="828675"/>
            <a:ext cx="5130800" cy="516255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30000" b="1">
                <a:solidFill>
                  <a:srgbClr val="9190AC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1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0" hasCustomPrompt="1"/>
          </p:nvPr>
        </p:nvSpPr>
        <p:spPr>
          <a:xfrm>
            <a:off x="0" y="3014092"/>
            <a:ext cx="12192000" cy="82867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3000" b="0" baseline="0">
                <a:solidFill>
                  <a:schemeClr val="bg1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Chapter opening page</a:t>
            </a:r>
          </a:p>
        </p:txBody>
      </p:sp>
      <p:pic>
        <p:nvPicPr>
          <p:cNvPr id="6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99925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Tosca">
    <p:bg>
      <p:bgPr>
        <a:solidFill>
          <a:srgbClr val="9141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1998134" y="0"/>
            <a:ext cx="10205156" cy="6866467"/>
          </a:xfrm>
          <a:custGeom>
            <a:avLst/>
            <a:gdLst>
              <a:gd name="connsiteX0" fmla="*/ 0 w 7653867"/>
              <a:gd name="connsiteY0" fmla="*/ 6858000 h 6866467"/>
              <a:gd name="connsiteX1" fmla="*/ 6519333 w 7653867"/>
              <a:gd name="connsiteY1" fmla="*/ 0 h 6866467"/>
              <a:gd name="connsiteX2" fmla="*/ 7653867 w 7653867"/>
              <a:gd name="connsiteY2" fmla="*/ 0 h 6866467"/>
              <a:gd name="connsiteX3" fmla="*/ 7653867 w 7653867"/>
              <a:gd name="connsiteY3" fmla="*/ 6866467 h 6866467"/>
              <a:gd name="connsiteX4" fmla="*/ 0 w 7653867"/>
              <a:gd name="connsiteY4" fmla="*/ 685800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53867" h="6866467">
                <a:moveTo>
                  <a:pt x="0" y="6858000"/>
                </a:moveTo>
                <a:lnTo>
                  <a:pt x="6519333" y="0"/>
                </a:lnTo>
                <a:lnTo>
                  <a:pt x="7653867" y="0"/>
                </a:lnTo>
                <a:lnTo>
                  <a:pt x="7653867" y="6866467"/>
                </a:lnTo>
                <a:lnTo>
                  <a:pt x="0" y="6858000"/>
                </a:lnTo>
                <a:close/>
              </a:path>
            </a:pathLst>
          </a:custGeom>
          <a:solidFill>
            <a:srgbClr val="919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6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1" y="355600"/>
            <a:ext cx="932392" cy="699294"/>
          </a:xfrm>
          <a:prstGeom prst="rect">
            <a:avLst/>
          </a:prstGeom>
          <a:noFill/>
        </p:spPr>
      </p:pic>
      <p:sp>
        <p:nvSpPr>
          <p:cNvPr id="17" name="Espace réservé du contenu 9"/>
          <p:cNvSpPr>
            <a:spLocks noGrp="1"/>
          </p:cNvSpPr>
          <p:nvPr>
            <p:ph sz="quarter" idx="11" hasCustomPrompt="1"/>
          </p:nvPr>
        </p:nvSpPr>
        <p:spPr>
          <a:xfrm>
            <a:off x="0" y="2806383"/>
            <a:ext cx="12192000" cy="12700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ctr">
              <a:buNone/>
              <a:defRPr sz="5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4626294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contenu 12"/>
          <p:cNvSpPr>
            <a:spLocks noGrp="1"/>
          </p:cNvSpPr>
          <p:nvPr>
            <p:ph sz="quarter" idx="11" hasCustomPrompt="1"/>
          </p:nvPr>
        </p:nvSpPr>
        <p:spPr>
          <a:xfrm>
            <a:off x="3530600" y="828675"/>
            <a:ext cx="5130800" cy="516255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30000" b="1">
                <a:solidFill>
                  <a:srgbClr val="00AEC6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1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0" hasCustomPrompt="1"/>
          </p:nvPr>
        </p:nvSpPr>
        <p:spPr>
          <a:xfrm>
            <a:off x="0" y="3014092"/>
            <a:ext cx="12192000" cy="82867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3000" b="0" baseline="0">
                <a:solidFill>
                  <a:schemeClr val="tx1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Chapter opening page</a:t>
            </a:r>
          </a:p>
        </p:txBody>
      </p:sp>
      <p:pic>
        <p:nvPicPr>
          <p:cNvPr id="2050" name="Picture 2" descr="\\psf\Host\Volumes\AXA\AXA_new\01_logo\axa_logos\axa_groupe\open_blue\rgb\axa_logo_open_blue_rg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1" y="355600"/>
            <a:ext cx="931200" cy="69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51349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1714629" y="6502629"/>
            <a:ext cx="316092" cy="237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ommaire"/>
          <p:cNvSpPr>
            <a:spLocks noGrp="1"/>
          </p:cNvSpPr>
          <p:nvPr>
            <p:ph type="title" hasCustomPrompt="1"/>
          </p:nvPr>
        </p:nvSpPr>
        <p:spPr>
          <a:xfrm>
            <a:off x="312001" y="274638"/>
            <a:ext cx="11560673" cy="47042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4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 dirty="0"/>
              <a:t>Title 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312000" y="762274"/>
            <a:ext cx="11554035" cy="38072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>
                <a:solidFill>
                  <a:srgbClr val="027180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r>
              <a:rPr lang="en-US" dirty="0"/>
              <a:t>Subtitle or next title (optional)</a:t>
            </a:r>
          </a:p>
        </p:txBody>
      </p:sp>
      <p:sp>
        <p:nvSpPr>
          <p:cNvPr id="8" name="Espace réservé de la date 1"/>
          <p:cNvSpPr>
            <a:spLocks noGrp="1"/>
          </p:cNvSpPr>
          <p:nvPr>
            <p:ph type="dt" sz="half" idx="2"/>
          </p:nvPr>
        </p:nvSpPr>
        <p:spPr>
          <a:xfrm>
            <a:off x="667003" y="6541946"/>
            <a:ext cx="2954020" cy="233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/>
              <a:t>Title of the presentation l Date</a:t>
            </a:r>
            <a:endParaRPr lang="en-US" noProof="0" dirty="0"/>
          </a:p>
        </p:txBody>
      </p:sp>
      <p:sp>
        <p:nvSpPr>
          <p:cNvPr id="9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435941" y="6541946"/>
            <a:ext cx="3299883" cy="233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0000"/>
                </a:solidFill>
                <a:latin typeface="+mj-lt"/>
              </a:defRPr>
            </a:lvl1pPr>
          </a:lstStyle>
          <a:p>
            <a:r>
              <a:rPr lang="en-US" noProof="0" dirty="0"/>
              <a:t>CONFIDENTIALITY LEVEL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2" hasCustomPrompt="1"/>
          </p:nvPr>
        </p:nvSpPr>
        <p:spPr>
          <a:xfrm>
            <a:off x="2683125" y="1829804"/>
            <a:ext cx="7666567" cy="3857625"/>
          </a:xfrm>
          <a:prstGeom prst="rect">
            <a:avLst/>
          </a:prstGeom>
        </p:spPr>
        <p:txBody>
          <a:bodyPr lIns="0" tIns="0" rIns="0" bIns="0"/>
          <a:lstStyle>
            <a:lvl1pPr marL="809625" indent="-809625">
              <a:buClr>
                <a:schemeClr val="tx2"/>
              </a:buClr>
              <a:buFont typeface="+mj-lt"/>
              <a:buAutoNum type="arabicPeriod"/>
              <a:defRPr sz="180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5461431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s/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1714629" y="6502629"/>
            <a:ext cx="316092" cy="237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ommaire"/>
          <p:cNvSpPr>
            <a:spLocks noGrp="1"/>
          </p:cNvSpPr>
          <p:nvPr>
            <p:ph type="title" hasCustomPrompt="1"/>
          </p:nvPr>
        </p:nvSpPr>
        <p:spPr>
          <a:xfrm>
            <a:off x="312001" y="274638"/>
            <a:ext cx="11560673" cy="47042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4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 dirty="0"/>
              <a:t>Title 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312000" y="762274"/>
            <a:ext cx="11560675" cy="38072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>
                <a:solidFill>
                  <a:srgbClr val="027180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r>
              <a:rPr lang="en-US" dirty="0"/>
              <a:t>Subtitle or next title (optional)</a:t>
            </a:r>
          </a:p>
        </p:txBody>
      </p:sp>
      <p:sp>
        <p:nvSpPr>
          <p:cNvPr id="8" name="Espace réservé de la date 1"/>
          <p:cNvSpPr>
            <a:spLocks noGrp="1"/>
          </p:cNvSpPr>
          <p:nvPr>
            <p:ph type="dt" sz="half" idx="2"/>
          </p:nvPr>
        </p:nvSpPr>
        <p:spPr>
          <a:xfrm>
            <a:off x="667003" y="6541946"/>
            <a:ext cx="2954020" cy="233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/>
              <a:t>Title of the presentation l Date</a:t>
            </a:r>
            <a:endParaRPr lang="en-US" noProof="0" dirty="0"/>
          </a:p>
        </p:txBody>
      </p:sp>
      <p:sp>
        <p:nvSpPr>
          <p:cNvPr id="9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435941" y="6541946"/>
            <a:ext cx="3299883" cy="233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0000"/>
                </a:solidFill>
                <a:latin typeface="+mj-lt"/>
              </a:defRPr>
            </a:lvl1pPr>
          </a:lstStyle>
          <a:p>
            <a:r>
              <a:rPr lang="en-US" noProof="0" dirty="0"/>
              <a:t>CONFIDENTIALITY LEVEL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2" hasCustomPrompt="1"/>
          </p:nvPr>
        </p:nvSpPr>
        <p:spPr>
          <a:xfrm>
            <a:off x="312001" y="1640541"/>
            <a:ext cx="11560673" cy="2835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Table title</a:t>
            </a:r>
          </a:p>
        </p:txBody>
      </p:sp>
      <p:sp>
        <p:nvSpPr>
          <p:cNvPr id="5" name="Espace réservé du tableau 4"/>
          <p:cNvSpPr>
            <a:spLocks noGrp="1"/>
          </p:cNvSpPr>
          <p:nvPr>
            <p:ph type="tbl" sz="quarter" idx="13" hasCustomPrompt="1"/>
          </p:nvPr>
        </p:nvSpPr>
        <p:spPr>
          <a:xfrm>
            <a:off x="312001" y="2352675"/>
            <a:ext cx="11560673" cy="333375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on the icon to add a table</a:t>
            </a:r>
            <a:endParaRPr lang="fr-FR" dirty="0"/>
          </a:p>
        </p:txBody>
      </p:sp>
      <p:sp>
        <p:nvSpPr>
          <p:cNvPr id="16" name="Espace réservé du texte 2"/>
          <p:cNvSpPr>
            <a:spLocks noGrp="1"/>
          </p:cNvSpPr>
          <p:nvPr>
            <p:ph type="body" sz="quarter" idx="14" hasCustomPrompt="1"/>
          </p:nvPr>
        </p:nvSpPr>
        <p:spPr>
          <a:xfrm>
            <a:off x="312001" y="1926292"/>
            <a:ext cx="11554033" cy="3120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Table subtitle</a:t>
            </a:r>
          </a:p>
        </p:txBody>
      </p:sp>
    </p:spTree>
    <p:extLst>
      <p:ext uri="{BB962C8B-B14F-4D97-AF65-F5344CB8AC3E}">
        <p14:creationId xmlns:p14="http://schemas.microsoft.com/office/powerpoint/2010/main" val="416453841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gram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1714629" y="6502629"/>
            <a:ext cx="316092" cy="237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ommaire"/>
          <p:cNvSpPr>
            <a:spLocks noGrp="1"/>
          </p:cNvSpPr>
          <p:nvPr>
            <p:ph type="title" hasCustomPrompt="1"/>
          </p:nvPr>
        </p:nvSpPr>
        <p:spPr>
          <a:xfrm>
            <a:off x="312001" y="274638"/>
            <a:ext cx="11560673" cy="47042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4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 dirty="0"/>
              <a:t>Title 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312000" y="762274"/>
            <a:ext cx="11560675" cy="38072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3723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800">
                <a:solidFill>
                  <a:srgbClr val="027180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r>
              <a:rPr lang="en-US" dirty="0"/>
              <a:t>Subtitle or next title (optional)</a:t>
            </a:r>
          </a:p>
        </p:txBody>
      </p:sp>
      <p:sp>
        <p:nvSpPr>
          <p:cNvPr id="8" name="Espace réservé de la date 1"/>
          <p:cNvSpPr>
            <a:spLocks noGrp="1"/>
          </p:cNvSpPr>
          <p:nvPr>
            <p:ph type="dt" sz="half" idx="2"/>
          </p:nvPr>
        </p:nvSpPr>
        <p:spPr>
          <a:xfrm>
            <a:off x="667003" y="6541946"/>
            <a:ext cx="2954020" cy="233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/>
              <a:t>Title of the presentation l Date</a:t>
            </a:r>
            <a:endParaRPr lang="en-US" noProof="0" dirty="0"/>
          </a:p>
        </p:txBody>
      </p:sp>
      <p:sp>
        <p:nvSpPr>
          <p:cNvPr id="9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435941" y="6541946"/>
            <a:ext cx="3299883" cy="233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0000"/>
                </a:solidFill>
                <a:latin typeface="+mj-lt"/>
              </a:defRPr>
            </a:lvl1pPr>
          </a:lstStyle>
          <a:p>
            <a:r>
              <a:rPr lang="en-US" noProof="0" dirty="0"/>
              <a:t>CONFIDENTIALITY LEVEL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2" hasCustomPrompt="1"/>
          </p:nvPr>
        </p:nvSpPr>
        <p:spPr>
          <a:xfrm>
            <a:off x="311996" y="1640541"/>
            <a:ext cx="5520000" cy="2835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16" name="Espace réservé du texte 2"/>
          <p:cNvSpPr>
            <a:spLocks noGrp="1"/>
          </p:cNvSpPr>
          <p:nvPr>
            <p:ph type="body" sz="quarter" idx="14" hasCustomPrompt="1"/>
          </p:nvPr>
        </p:nvSpPr>
        <p:spPr>
          <a:xfrm>
            <a:off x="311996" y="1926292"/>
            <a:ext cx="5520000" cy="3120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subtitle</a:t>
            </a:r>
          </a:p>
        </p:txBody>
      </p:sp>
      <p:sp>
        <p:nvSpPr>
          <p:cNvPr id="4" name="Espace réservé du graphique 3"/>
          <p:cNvSpPr>
            <a:spLocks noGrp="1"/>
          </p:cNvSpPr>
          <p:nvPr>
            <p:ph type="chart" sz="quarter" idx="15" hasCustomPrompt="1"/>
          </p:nvPr>
        </p:nvSpPr>
        <p:spPr>
          <a:xfrm>
            <a:off x="311996" y="2371725"/>
            <a:ext cx="5520000" cy="324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on the icon to add a graph</a:t>
            </a:r>
            <a:endParaRPr lang="fr-FR" dirty="0"/>
          </a:p>
        </p:txBody>
      </p:sp>
      <p:sp>
        <p:nvSpPr>
          <p:cNvPr id="22" name="Espace réservé du texte 2"/>
          <p:cNvSpPr>
            <a:spLocks noGrp="1"/>
          </p:cNvSpPr>
          <p:nvPr>
            <p:ph type="body" sz="quarter" idx="16" hasCustomPrompt="1"/>
          </p:nvPr>
        </p:nvSpPr>
        <p:spPr>
          <a:xfrm>
            <a:off x="6093884" y="1640541"/>
            <a:ext cx="5520000" cy="2835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23" name="Espace réservé du texte 2"/>
          <p:cNvSpPr>
            <a:spLocks noGrp="1"/>
          </p:cNvSpPr>
          <p:nvPr>
            <p:ph type="body" sz="quarter" idx="17" hasCustomPrompt="1"/>
          </p:nvPr>
        </p:nvSpPr>
        <p:spPr>
          <a:xfrm>
            <a:off x="6093884" y="1926292"/>
            <a:ext cx="5520000" cy="3120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subtitle</a:t>
            </a:r>
          </a:p>
        </p:txBody>
      </p:sp>
      <p:sp>
        <p:nvSpPr>
          <p:cNvPr id="24" name="Espace réservé du graphique 3"/>
          <p:cNvSpPr>
            <a:spLocks noGrp="1"/>
          </p:cNvSpPr>
          <p:nvPr>
            <p:ph type="chart" sz="quarter" idx="18" hasCustomPrompt="1"/>
          </p:nvPr>
        </p:nvSpPr>
        <p:spPr>
          <a:xfrm>
            <a:off x="6093884" y="2371725"/>
            <a:ext cx="5520000" cy="3240000"/>
          </a:xfrm>
          <a:prstGeom prst="rect">
            <a:avLst/>
          </a:prstGeom>
        </p:spPr>
        <p:txBody>
          <a:bodyPr anchor="ctr"/>
          <a:lstStyle>
            <a:lvl1pPr marL="0" marR="0" indent="0" algn="ctr" defTabSz="913723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on the icon to add a graph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184802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gr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1714629" y="6502629"/>
            <a:ext cx="316092" cy="237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ommaire"/>
          <p:cNvSpPr>
            <a:spLocks noGrp="1"/>
          </p:cNvSpPr>
          <p:nvPr>
            <p:ph type="title" hasCustomPrompt="1"/>
          </p:nvPr>
        </p:nvSpPr>
        <p:spPr>
          <a:xfrm>
            <a:off x="312001" y="274638"/>
            <a:ext cx="11560673" cy="47042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4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 dirty="0"/>
              <a:t>Title 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312000" y="762274"/>
            <a:ext cx="11560675" cy="38072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>
                <a:solidFill>
                  <a:srgbClr val="027180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r>
              <a:rPr lang="en-US" dirty="0"/>
              <a:t>Subtitle or next title (optional)</a:t>
            </a:r>
          </a:p>
        </p:txBody>
      </p:sp>
      <p:sp>
        <p:nvSpPr>
          <p:cNvPr id="8" name="Espace réservé de la date 1"/>
          <p:cNvSpPr>
            <a:spLocks noGrp="1"/>
          </p:cNvSpPr>
          <p:nvPr>
            <p:ph type="dt" sz="half" idx="2"/>
          </p:nvPr>
        </p:nvSpPr>
        <p:spPr>
          <a:xfrm>
            <a:off x="667003" y="6541946"/>
            <a:ext cx="2954020" cy="233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/>
              <a:t>Title of the presentation l Date</a:t>
            </a:r>
            <a:endParaRPr lang="en-US" noProof="0" dirty="0"/>
          </a:p>
        </p:txBody>
      </p:sp>
      <p:sp>
        <p:nvSpPr>
          <p:cNvPr id="9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435941" y="6541946"/>
            <a:ext cx="3299883" cy="233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0000"/>
                </a:solidFill>
                <a:latin typeface="+mj-lt"/>
              </a:defRPr>
            </a:lvl1pPr>
          </a:lstStyle>
          <a:p>
            <a:r>
              <a:rPr lang="en-US" noProof="0" dirty="0"/>
              <a:t>CONFIDENTIALITY LEVEL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2" hasCustomPrompt="1"/>
          </p:nvPr>
        </p:nvSpPr>
        <p:spPr>
          <a:xfrm>
            <a:off x="311996" y="1640541"/>
            <a:ext cx="5520000" cy="2835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16" name="Espace réservé du texte 2"/>
          <p:cNvSpPr>
            <a:spLocks noGrp="1"/>
          </p:cNvSpPr>
          <p:nvPr>
            <p:ph type="body" sz="quarter" idx="14" hasCustomPrompt="1"/>
          </p:nvPr>
        </p:nvSpPr>
        <p:spPr>
          <a:xfrm>
            <a:off x="311996" y="1926292"/>
            <a:ext cx="5520000" cy="3120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subtitle</a:t>
            </a:r>
          </a:p>
        </p:txBody>
      </p:sp>
      <p:sp>
        <p:nvSpPr>
          <p:cNvPr id="4" name="Espace réservé du graphique 3"/>
          <p:cNvSpPr>
            <a:spLocks noGrp="1"/>
          </p:cNvSpPr>
          <p:nvPr>
            <p:ph type="chart" sz="quarter" idx="15" hasCustomPrompt="1"/>
          </p:nvPr>
        </p:nvSpPr>
        <p:spPr>
          <a:xfrm>
            <a:off x="311996" y="2371726"/>
            <a:ext cx="5520000" cy="15335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on the icon to add a graph</a:t>
            </a:r>
          </a:p>
        </p:txBody>
      </p:sp>
      <p:sp>
        <p:nvSpPr>
          <p:cNvPr id="22" name="Espace réservé du texte 2"/>
          <p:cNvSpPr>
            <a:spLocks noGrp="1"/>
          </p:cNvSpPr>
          <p:nvPr>
            <p:ph type="body" sz="quarter" idx="16" hasCustomPrompt="1"/>
          </p:nvPr>
        </p:nvSpPr>
        <p:spPr>
          <a:xfrm>
            <a:off x="6093884" y="1640541"/>
            <a:ext cx="5520000" cy="2835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23" name="Espace réservé du texte 2"/>
          <p:cNvSpPr>
            <a:spLocks noGrp="1"/>
          </p:cNvSpPr>
          <p:nvPr>
            <p:ph type="body" sz="quarter" idx="17" hasCustomPrompt="1"/>
          </p:nvPr>
        </p:nvSpPr>
        <p:spPr>
          <a:xfrm>
            <a:off x="6093884" y="1926292"/>
            <a:ext cx="5520000" cy="3120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subtitle</a:t>
            </a:r>
          </a:p>
        </p:txBody>
      </p:sp>
      <p:sp>
        <p:nvSpPr>
          <p:cNvPr id="24" name="Espace réservé du graphique 3"/>
          <p:cNvSpPr>
            <a:spLocks noGrp="1"/>
          </p:cNvSpPr>
          <p:nvPr>
            <p:ph type="chart" sz="quarter" idx="18" hasCustomPrompt="1"/>
          </p:nvPr>
        </p:nvSpPr>
        <p:spPr>
          <a:xfrm>
            <a:off x="6093884" y="2371726"/>
            <a:ext cx="5520000" cy="15335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on the icon to add a graph</a:t>
            </a:r>
          </a:p>
        </p:txBody>
      </p:sp>
      <p:sp>
        <p:nvSpPr>
          <p:cNvPr id="13" name="Espace réservé du texte 2"/>
          <p:cNvSpPr>
            <a:spLocks noGrp="1"/>
          </p:cNvSpPr>
          <p:nvPr>
            <p:ph type="body" sz="quarter" idx="19" hasCustomPrompt="1"/>
          </p:nvPr>
        </p:nvSpPr>
        <p:spPr>
          <a:xfrm>
            <a:off x="311996" y="4097992"/>
            <a:ext cx="5520000" cy="2835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14" name="Espace réservé du texte 2"/>
          <p:cNvSpPr>
            <a:spLocks noGrp="1"/>
          </p:cNvSpPr>
          <p:nvPr>
            <p:ph type="body" sz="quarter" idx="20" hasCustomPrompt="1"/>
          </p:nvPr>
        </p:nvSpPr>
        <p:spPr>
          <a:xfrm>
            <a:off x="311996" y="4383742"/>
            <a:ext cx="5520000" cy="3120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subtitle</a:t>
            </a:r>
          </a:p>
        </p:txBody>
      </p:sp>
      <p:sp>
        <p:nvSpPr>
          <p:cNvPr id="15" name="Espace réservé du graphique 3"/>
          <p:cNvSpPr>
            <a:spLocks noGrp="1"/>
          </p:cNvSpPr>
          <p:nvPr>
            <p:ph type="chart" sz="quarter" idx="21" hasCustomPrompt="1"/>
          </p:nvPr>
        </p:nvSpPr>
        <p:spPr>
          <a:xfrm>
            <a:off x="311996" y="4829176"/>
            <a:ext cx="5520000" cy="15335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on the icon to add a graph</a:t>
            </a:r>
          </a:p>
        </p:txBody>
      </p:sp>
      <p:sp>
        <p:nvSpPr>
          <p:cNvPr id="17" name="Espace réservé du texte 2"/>
          <p:cNvSpPr>
            <a:spLocks noGrp="1"/>
          </p:cNvSpPr>
          <p:nvPr>
            <p:ph type="body" sz="quarter" idx="22" hasCustomPrompt="1"/>
          </p:nvPr>
        </p:nvSpPr>
        <p:spPr>
          <a:xfrm>
            <a:off x="6093884" y="4097992"/>
            <a:ext cx="5520000" cy="2835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18" name="Espace réservé du texte 2"/>
          <p:cNvSpPr>
            <a:spLocks noGrp="1"/>
          </p:cNvSpPr>
          <p:nvPr>
            <p:ph type="body" sz="quarter" idx="23" hasCustomPrompt="1"/>
          </p:nvPr>
        </p:nvSpPr>
        <p:spPr>
          <a:xfrm>
            <a:off x="6093884" y="4383742"/>
            <a:ext cx="5520000" cy="3120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subtitle</a:t>
            </a:r>
          </a:p>
        </p:txBody>
      </p:sp>
      <p:sp>
        <p:nvSpPr>
          <p:cNvPr id="19" name="Espace réservé du graphique 3"/>
          <p:cNvSpPr>
            <a:spLocks noGrp="1"/>
          </p:cNvSpPr>
          <p:nvPr>
            <p:ph type="chart" sz="quarter" idx="24" hasCustomPrompt="1"/>
          </p:nvPr>
        </p:nvSpPr>
        <p:spPr>
          <a:xfrm>
            <a:off x="6093884" y="4829176"/>
            <a:ext cx="5520000" cy="15335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on the icon to add a graph</a:t>
            </a:r>
          </a:p>
        </p:txBody>
      </p:sp>
    </p:spTree>
    <p:extLst>
      <p:ext uri="{BB962C8B-B14F-4D97-AF65-F5344CB8AC3E}">
        <p14:creationId xmlns:p14="http://schemas.microsoft.com/office/powerpoint/2010/main" val="360610686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1714629" y="6502629"/>
            <a:ext cx="316092" cy="237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ommaire"/>
          <p:cNvSpPr>
            <a:spLocks noGrp="1"/>
          </p:cNvSpPr>
          <p:nvPr>
            <p:ph type="title" hasCustomPrompt="1"/>
          </p:nvPr>
        </p:nvSpPr>
        <p:spPr>
          <a:xfrm>
            <a:off x="312001" y="274638"/>
            <a:ext cx="11560673" cy="47042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4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 dirty="0"/>
              <a:t>Title 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312001" y="762274"/>
            <a:ext cx="11560673" cy="38072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>
                <a:solidFill>
                  <a:srgbClr val="027180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8" name="Espace réservé de la date 1"/>
          <p:cNvSpPr>
            <a:spLocks noGrp="1"/>
          </p:cNvSpPr>
          <p:nvPr>
            <p:ph type="dt" sz="half" idx="2"/>
          </p:nvPr>
        </p:nvSpPr>
        <p:spPr>
          <a:xfrm>
            <a:off x="667003" y="6541946"/>
            <a:ext cx="2954020" cy="233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Title of the presentation l Date</a:t>
            </a:r>
          </a:p>
        </p:txBody>
      </p:sp>
      <p:sp>
        <p:nvSpPr>
          <p:cNvPr id="9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435941" y="6541946"/>
            <a:ext cx="3299883" cy="233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0000"/>
                </a:solidFill>
                <a:latin typeface="+mj-lt"/>
              </a:defRPr>
            </a:lvl1pPr>
          </a:lstStyle>
          <a:p>
            <a:r>
              <a:rPr lang="en-US" noProof="0" dirty="0"/>
              <a:t>CONFIDENTIALITY LEVEL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2" hasCustomPrompt="1"/>
          </p:nvPr>
        </p:nvSpPr>
        <p:spPr>
          <a:xfrm>
            <a:off x="311996" y="1640541"/>
            <a:ext cx="4320000" cy="2835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16" name="Espace réservé du texte 2"/>
          <p:cNvSpPr>
            <a:spLocks noGrp="1"/>
          </p:cNvSpPr>
          <p:nvPr>
            <p:ph type="body" sz="quarter" idx="14" hasCustomPrompt="1"/>
          </p:nvPr>
        </p:nvSpPr>
        <p:spPr>
          <a:xfrm>
            <a:off x="311996" y="1926292"/>
            <a:ext cx="4320000" cy="3120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2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Chart subtitle</a:t>
            </a:r>
          </a:p>
        </p:txBody>
      </p:sp>
      <p:sp>
        <p:nvSpPr>
          <p:cNvPr id="4" name="Espace réservé du graphique 3"/>
          <p:cNvSpPr>
            <a:spLocks noGrp="1"/>
          </p:cNvSpPr>
          <p:nvPr>
            <p:ph type="chart" sz="quarter" idx="15" hasCustomPrompt="1"/>
          </p:nvPr>
        </p:nvSpPr>
        <p:spPr>
          <a:xfrm>
            <a:off x="311996" y="2371725"/>
            <a:ext cx="4320000" cy="324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on the icon to add a graph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6" hasCustomPrompt="1"/>
          </p:nvPr>
        </p:nvSpPr>
        <p:spPr>
          <a:xfrm>
            <a:off x="5061822" y="2519364"/>
            <a:ext cx="5812367" cy="3494087"/>
          </a:xfrm>
          <a:prstGeom prst="rect">
            <a:avLst/>
          </a:prstGeom>
        </p:spPr>
        <p:txBody>
          <a:bodyPr lIns="0" tIns="0" rIns="0" bIns="0"/>
          <a:lstStyle>
            <a:lvl1pPr marL="341345" indent="-341345">
              <a:buSzPct val="120000"/>
              <a:buFontTx/>
              <a:buBlip>
                <a:blip r:embed="rId3"/>
              </a:buBlip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4687164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3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Title of the presentation l Date</a:t>
            </a:r>
            <a:endParaRPr lang="en-US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CONFIDENTIALITY LEVEL</a:t>
            </a:r>
            <a:endParaRPr lang="en-US" noProof="0" dirty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2" hasCustomPrompt="1"/>
          </p:nvPr>
        </p:nvSpPr>
        <p:spPr>
          <a:xfrm>
            <a:off x="312001" y="330250"/>
            <a:ext cx="11554033" cy="369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Title </a:t>
            </a:r>
            <a:endParaRPr lang="fr-FR" dirty="0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3" hasCustomPrompt="1"/>
          </p:nvPr>
        </p:nvSpPr>
        <p:spPr>
          <a:xfrm>
            <a:off x="313267" y="814529"/>
            <a:ext cx="11552767" cy="2952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Subtitle or next title (optional)</a:t>
            </a:r>
          </a:p>
        </p:txBody>
      </p:sp>
      <p:sp>
        <p:nvSpPr>
          <p:cNvPr id="20" name="Espace réservé du texte 19"/>
          <p:cNvSpPr>
            <a:spLocks noGrp="1"/>
          </p:cNvSpPr>
          <p:nvPr>
            <p:ph type="body" sz="quarter" idx="14" hasCustomPrompt="1"/>
          </p:nvPr>
        </p:nvSpPr>
        <p:spPr>
          <a:xfrm>
            <a:off x="528000" y="1631578"/>
            <a:ext cx="3361267" cy="144000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21" name="Espace réservé du texte 19"/>
          <p:cNvSpPr>
            <a:spLocks noGrp="1"/>
          </p:cNvSpPr>
          <p:nvPr>
            <p:ph type="body" sz="quarter" idx="15" hasCustomPrompt="1"/>
          </p:nvPr>
        </p:nvSpPr>
        <p:spPr>
          <a:xfrm>
            <a:off x="4416000" y="1631578"/>
            <a:ext cx="3361267" cy="144000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Espace réservé du texte 19"/>
          <p:cNvSpPr>
            <a:spLocks noGrp="1"/>
          </p:cNvSpPr>
          <p:nvPr>
            <p:ph type="body" sz="quarter" idx="16" hasCustomPrompt="1"/>
          </p:nvPr>
        </p:nvSpPr>
        <p:spPr>
          <a:xfrm>
            <a:off x="8302733" y="1631578"/>
            <a:ext cx="3361267" cy="144000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Espace réservé du texte 24"/>
          <p:cNvSpPr>
            <a:spLocks noGrp="1"/>
          </p:cNvSpPr>
          <p:nvPr>
            <p:ph type="body" sz="quarter" idx="17" hasCustomPrompt="1"/>
          </p:nvPr>
        </p:nvSpPr>
        <p:spPr>
          <a:xfrm>
            <a:off x="528000" y="3263153"/>
            <a:ext cx="3360000" cy="1624012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SzPct val="120000"/>
              <a:buFontTx/>
              <a:buBlip>
                <a:blip r:embed="rId2"/>
              </a:buBlip>
              <a:defRPr sz="1400">
                <a:latin typeface="+mn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30" name="Espace réservé du texte 24"/>
          <p:cNvSpPr>
            <a:spLocks noGrp="1"/>
          </p:cNvSpPr>
          <p:nvPr>
            <p:ph type="body" sz="quarter" idx="18" hasCustomPrompt="1"/>
          </p:nvPr>
        </p:nvSpPr>
        <p:spPr>
          <a:xfrm>
            <a:off x="4417267" y="3263153"/>
            <a:ext cx="3360000" cy="1624012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SzPct val="120000"/>
              <a:buFontTx/>
              <a:buBlip>
                <a:blip r:embed="rId2"/>
              </a:buBlip>
              <a:defRPr sz="1400">
                <a:latin typeface="+mn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31" name="Espace réservé du texte 24"/>
          <p:cNvSpPr>
            <a:spLocks noGrp="1"/>
          </p:cNvSpPr>
          <p:nvPr>
            <p:ph type="body" sz="quarter" idx="19" hasCustomPrompt="1"/>
          </p:nvPr>
        </p:nvSpPr>
        <p:spPr>
          <a:xfrm>
            <a:off x="8304000" y="3263153"/>
            <a:ext cx="3360000" cy="1624012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SzPct val="120000"/>
              <a:buFontTx/>
              <a:buBlip>
                <a:blip r:embed="rId2"/>
              </a:buBlip>
              <a:defRPr sz="1400">
                <a:latin typeface="+mn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pic>
        <p:nvPicPr>
          <p:cNvPr id="12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11714629" y="6502629"/>
            <a:ext cx="316092" cy="237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892569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 bl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du texte 19"/>
          <p:cNvSpPr>
            <a:spLocks noGrp="1"/>
          </p:cNvSpPr>
          <p:nvPr>
            <p:ph type="body" sz="quarter" idx="17" hasCustomPrompt="1"/>
          </p:nvPr>
        </p:nvSpPr>
        <p:spPr>
          <a:xfrm>
            <a:off x="7418783" y="1971698"/>
            <a:ext cx="4342903" cy="2914604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Title of the presentation l Date</a:t>
            </a:r>
            <a:endParaRPr lang="en-US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CONFIDENTIALITY LEVEL</a:t>
            </a:r>
            <a:endParaRPr lang="en-US" noProof="0" dirty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2" hasCustomPrompt="1"/>
          </p:nvPr>
        </p:nvSpPr>
        <p:spPr>
          <a:xfrm>
            <a:off x="312001" y="330250"/>
            <a:ext cx="11554033" cy="369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Title </a:t>
            </a:r>
            <a:endParaRPr lang="fr-FR" dirty="0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3" hasCustomPrompt="1"/>
          </p:nvPr>
        </p:nvSpPr>
        <p:spPr>
          <a:xfrm>
            <a:off x="313267" y="814529"/>
            <a:ext cx="11552767" cy="2952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Subtitle or next title (optional)</a:t>
            </a:r>
          </a:p>
        </p:txBody>
      </p:sp>
      <p:grpSp>
        <p:nvGrpSpPr>
          <p:cNvPr id="13" name="Groupe 5"/>
          <p:cNvGrpSpPr/>
          <p:nvPr userDrawn="1"/>
        </p:nvGrpSpPr>
        <p:grpSpPr>
          <a:xfrm>
            <a:off x="5769231" y="3057606"/>
            <a:ext cx="991460" cy="742788"/>
            <a:chOff x="-1206500" y="1404938"/>
            <a:chExt cx="1463675" cy="1462087"/>
          </a:xfrm>
        </p:grpSpPr>
        <p:sp>
          <p:nvSpPr>
            <p:cNvPr id="15" name="Freeform 5"/>
            <p:cNvSpPr>
              <a:spLocks/>
            </p:cNvSpPr>
            <p:nvPr/>
          </p:nvSpPr>
          <p:spPr bwMode="auto">
            <a:xfrm>
              <a:off x="-1206500" y="1404938"/>
              <a:ext cx="1463675" cy="1462087"/>
            </a:xfrm>
            <a:custGeom>
              <a:avLst/>
              <a:gdLst/>
              <a:ahLst/>
              <a:cxnLst>
                <a:cxn ang="0">
                  <a:pos x="1842" y="969"/>
                </a:cxn>
                <a:cxn ang="0">
                  <a:pos x="1824" y="1107"/>
                </a:cxn>
                <a:cxn ang="0">
                  <a:pos x="1787" y="1237"/>
                </a:cxn>
                <a:cxn ang="0">
                  <a:pos x="1732" y="1361"/>
                </a:cxn>
                <a:cxn ang="0">
                  <a:pos x="1660" y="1473"/>
                </a:cxn>
                <a:cxn ang="0">
                  <a:pos x="1574" y="1572"/>
                </a:cxn>
                <a:cxn ang="0">
                  <a:pos x="1473" y="1660"/>
                </a:cxn>
                <a:cxn ang="0">
                  <a:pos x="1361" y="1731"/>
                </a:cxn>
                <a:cxn ang="0">
                  <a:pos x="1239" y="1787"/>
                </a:cxn>
                <a:cxn ang="0">
                  <a:pos x="1107" y="1824"/>
                </a:cxn>
                <a:cxn ang="0">
                  <a:pos x="969" y="1842"/>
                </a:cxn>
                <a:cxn ang="0">
                  <a:pos x="875" y="1842"/>
                </a:cxn>
                <a:cxn ang="0">
                  <a:pos x="737" y="1824"/>
                </a:cxn>
                <a:cxn ang="0">
                  <a:pos x="605" y="1787"/>
                </a:cxn>
                <a:cxn ang="0">
                  <a:pos x="483" y="1731"/>
                </a:cxn>
                <a:cxn ang="0">
                  <a:pos x="371" y="1660"/>
                </a:cxn>
                <a:cxn ang="0">
                  <a:pos x="270" y="1572"/>
                </a:cxn>
                <a:cxn ang="0">
                  <a:pos x="184" y="1473"/>
                </a:cxn>
                <a:cxn ang="0">
                  <a:pos x="111" y="1361"/>
                </a:cxn>
                <a:cxn ang="0">
                  <a:pos x="55" y="1237"/>
                </a:cxn>
                <a:cxn ang="0">
                  <a:pos x="20" y="1107"/>
                </a:cxn>
                <a:cxn ang="0">
                  <a:pos x="2" y="969"/>
                </a:cxn>
                <a:cxn ang="0">
                  <a:pos x="2" y="873"/>
                </a:cxn>
                <a:cxn ang="0">
                  <a:pos x="20" y="735"/>
                </a:cxn>
                <a:cxn ang="0">
                  <a:pos x="55" y="605"/>
                </a:cxn>
                <a:cxn ang="0">
                  <a:pos x="111" y="481"/>
                </a:cxn>
                <a:cxn ang="0">
                  <a:pos x="184" y="369"/>
                </a:cxn>
                <a:cxn ang="0">
                  <a:pos x="270" y="270"/>
                </a:cxn>
                <a:cxn ang="0">
                  <a:pos x="371" y="182"/>
                </a:cxn>
                <a:cxn ang="0">
                  <a:pos x="483" y="111"/>
                </a:cxn>
                <a:cxn ang="0">
                  <a:pos x="605" y="55"/>
                </a:cxn>
                <a:cxn ang="0">
                  <a:pos x="737" y="18"/>
                </a:cxn>
                <a:cxn ang="0">
                  <a:pos x="875" y="0"/>
                </a:cxn>
                <a:cxn ang="0">
                  <a:pos x="969" y="0"/>
                </a:cxn>
                <a:cxn ang="0">
                  <a:pos x="1107" y="18"/>
                </a:cxn>
                <a:cxn ang="0">
                  <a:pos x="1239" y="55"/>
                </a:cxn>
                <a:cxn ang="0">
                  <a:pos x="1361" y="111"/>
                </a:cxn>
                <a:cxn ang="0">
                  <a:pos x="1473" y="182"/>
                </a:cxn>
                <a:cxn ang="0">
                  <a:pos x="1574" y="270"/>
                </a:cxn>
                <a:cxn ang="0">
                  <a:pos x="1660" y="369"/>
                </a:cxn>
                <a:cxn ang="0">
                  <a:pos x="1732" y="481"/>
                </a:cxn>
                <a:cxn ang="0">
                  <a:pos x="1787" y="605"/>
                </a:cxn>
                <a:cxn ang="0">
                  <a:pos x="1824" y="735"/>
                </a:cxn>
                <a:cxn ang="0">
                  <a:pos x="1842" y="873"/>
                </a:cxn>
              </a:cxnLst>
              <a:rect l="0" t="0" r="r" b="b"/>
              <a:pathLst>
                <a:path w="1844" h="1842">
                  <a:moveTo>
                    <a:pt x="1844" y="922"/>
                  </a:moveTo>
                  <a:lnTo>
                    <a:pt x="1844" y="922"/>
                  </a:lnTo>
                  <a:lnTo>
                    <a:pt x="1842" y="969"/>
                  </a:lnTo>
                  <a:lnTo>
                    <a:pt x="1839" y="1014"/>
                  </a:lnTo>
                  <a:lnTo>
                    <a:pt x="1833" y="1062"/>
                  </a:lnTo>
                  <a:lnTo>
                    <a:pt x="1824" y="1107"/>
                  </a:lnTo>
                  <a:lnTo>
                    <a:pt x="1815" y="1151"/>
                  </a:lnTo>
                  <a:lnTo>
                    <a:pt x="1802" y="1195"/>
                  </a:lnTo>
                  <a:lnTo>
                    <a:pt x="1787" y="1237"/>
                  </a:lnTo>
                  <a:lnTo>
                    <a:pt x="1771" y="1279"/>
                  </a:lnTo>
                  <a:lnTo>
                    <a:pt x="1753" y="1320"/>
                  </a:lnTo>
                  <a:lnTo>
                    <a:pt x="1732" y="1361"/>
                  </a:lnTo>
                  <a:lnTo>
                    <a:pt x="1711" y="1398"/>
                  </a:lnTo>
                  <a:lnTo>
                    <a:pt x="1686" y="1436"/>
                  </a:lnTo>
                  <a:lnTo>
                    <a:pt x="1660" y="1473"/>
                  </a:lnTo>
                  <a:lnTo>
                    <a:pt x="1633" y="1507"/>
                  </a:lnTo>
                  <a:lnTo>
                    <a:pt x="1605" y="1541"/>
                  </a:lnTo>
                  <a:lnTo>
                    <a:pt x="1574" y="1572"/>
                  </a:lnTo>
                  <a:lnTo>
                    <a:pt x="1542" y="1603"/>
                  </a:lnTo>
                  <a:lnTo>
                    <a:pt x="1509" y="1632"/>
                  </a:lnTo>
                  <a:lnTo>
                    <a:pt x="1473" y="1660"/>
                  </a:lnTo>
                  <a:lnTo>
                    <a:pt x="1437" y="1686"/>
                  </a:lnTo>
                  <a:lnTo>
                    <a:pt x="1400" y="1709"/>
                  </a:lnTo>
                  <a:lnTo>
                    <a:pt x="1361" y="1731"/>
                  </a:lnTo>
                  <a:lnTo>
                    <a:pt x="1322" y="1753"/>
                  </a:lnTo>
                  <a:lnTo>
                    <a:pt x="1281" y="1770"/>
                  </a:lnTo>
                  <a:lnTo>
                    <a:pt x="1239" y="1787"/>
                  </a:lnTo>
                  <a:lnTo>
                    <a:pt x="1197" y="1801"/>
                  </a:lnTo>
                  <a:lnTo>
                    <a:pt x="1153" y="1814"/>
                  </a:lnTo>
                  <a:lnTo>
                    <a:pt x="1107" y="1824"/>
                  </a:lnTo>
                  <a:lnTo>
                    <a:pt x="1062" y="1832"/>
                  </a:lnTo>
                  <a:lnTo>
                    <a:pt x="1016" y="1839"/>
                  </a:lnTo>
                  <a:lnTo>
                    <a:pt x="969" y="1842"/>
                  </a:lnTo>
                  <a:lnTo>
                    <a:pt x="922" y="1842"/>
                  </a:lnTo>
                  <a:lnTo>
                    <a:pt x="922" y="1842"/>
                  </a:lnTo>
                  <a:lnTo>
                    <a:pt x="875" y="1842"/>
                  </a:lnTo>
                  <a:lnTo>
                    <a:pt x="828" y="1839"/>
                  </a:lnTo>
                  <a:lnTo>
                    <a:pt x="782" y="1832"/>
                  </a:lnTo>
                  <a:lnTo>
                    <a:pt x="737" y="1824"/>
                  </a:lnTo>
                  <a:lnTo>
                    <a:pt x="691" y="1814"/>
                  </a:lnTo>
                  <a:lnTo>
                    <a:pt x="647" y="1801"/>
                  </a:lnTo>
                  <a:lnTo>
                    <a:pt x="605" y="1787"/>
                  </a:lnTo>
                  <a:lnTo>
                    <a:pt x="563" y="1770"/>
                  </a:lnTo>
                  <a:lnTo>
                    <a:pt x="522" y="1753"/>
                  </a:lnTo>
                  <a:lnTo>
                    <a:pt x="483" y="1731"/>
                  </a:lnTo>
                  <a:lnTo>
                    <a:pt x="444" y="1709"/>
                  </a:lnTo>
                  <a:lnTo>
                    <a:pt x="407" y="1686"/>
                  </a:lnTo>
                  <a:lnTo>
                    <a:pt x="371" y="1660"/>
                  </a:lnTo>
                  <a:lnTo>
                    <a:pt x="335" y="1632"/>
                  </a:lnTo>
                  <a:lnTo>
                    <a:pt x="302" y="1603"/>
                  </a:lnTo>
                  <a:lnTo>
                    <a:pt x="270" y="1572"/>
                  </a:lnTo>
                  <a:lnTo>
                    <a:pt x="239" y="1541"/>
                  </a:lnTo>
                  <a:lnTo>
                    <a:pt x="210" y="1507"/>
                  </a:lnTo>
                  <a:lnTo>
                    <a:pt x="184" y="1473"/>
                  </a:lnTo>
                  <a:lnTo>
                    <a:pt x="158" y="1436"/>
                  </a:lnTo>
                  <a:lnTo>
                    <a:pt x="133" y="1398"/>
                  </a:lnTo>
                  <a:lnTo>
                    <a:pt x="111" y="1361"/>
                  </a:lnTo>
                  <a:lnTo>
                    <a:pt x="91" y="1320"/>
                  </a:lnTo>
                  <a:lnTo>
                    <a:pt x="73" y="1279"/>
                  </a:lnTo>
                  <a:lnTo>
                    <a:pt x="55" y="1237"/>
                  </a:lnTo>
                  <a:lnTo>
                    <a:pt x="41" y="1195"/>
                  </a:lnTo>
                  <a:lnTo>
                    <a:pt x="29" y="1151"/>
                  </a:lnTo>
                  <a:lnTo>
                    <a:pt x="20" y="1107"/>
                  </a:lnTo>
                  <a:lnTo>
                    <a:pt x="11" y="1062"/>
                  </a:lnTo>
                  <a:lnTo>
                    <a:pt x="5" y="1014"/>
                  </a:lnTo>
                  <a:lnTo>
                    <a:pt x="2" y="969"/>
                  </a:lnTo>
                  <a:lnTo>
                    <a:pt x="0" y="922"/>
                  </a:lnTo>
                  <a:lnTo>
                    <a:pt x="0" y="922"/>
                  </a:lnTo>
                  <a:lnTo>
                    <a:pt x="2" y="873"/>
                  </a:lnTo>
                  <a:lnTo>
                    <a:pt x="5" y="828"/>
                  </a:lnTo>
                  <a:lnTo>
                    <a:pt x="11" y="780"/>
                  </a:lnTo>
                  <a:lnTo>
                    <a:pt x="20" y="735"/>
                  </a:lnTo>
                  <a:lnTo>
                    <a:pt x="29" y="691"/>
                  </a:lnTo>
                  <a:lnTo>
                    <a:pt x="41" y="647"/>
                  </a:lnTo>
                  <a:lnTo>
                    <a:pt x="55" y="605"/>
                  </a:lnTo>
                  <a:lnTo>
                    <a:pt x="73" y="563"/>
                  </a:lnTo>
                  <a:lnTo>
                    <a:pt x="91" y="522"/>
                  </a:lnTo>
                  <a:lnTo>
                    <a:pt x="111" y="481"/>
                  </a:lnTo>
                  <a:lnTo>
                    <a:pt x="133" y="444"/>
                  </a:lnTo>
                  <a:lnTo>
                    <a:pt x="158" y="406"/>
                  </a:lnTo>
                  <a:lnTo>
                    <a:pt x="184" y="369"/>
                  </a:lnTo>
                  <a:lnTo>
                    <a:pt x="210" y="335"/>
                  </a:lnTo>
                  <a:lnTo>
                    <a:pt x="239" y="301"/>
                  </a:lnTo>
                  <a:lnTo>
                    <a:pt x="270" y="270"/>
                  </a:lnTo>
                  <a:lnTo>
                    <a:pt x="302" y="239"/>
                  </a:lnTo>
                  <a:lnTo>
                    <a:pt x="335" y="210"/>
                  </a:lnTo>
                  <a:lnTo>
                    <a:pt x="371" y="182"/>
                  </a:lnTo>
                  <a:lnTo>
                    <a:pt x="407" y="156"/>
                  </a:lnTo>
                  <a:lnTo>
                    <a:pt x="444" y="133"/>
                  </a:lnTo>
                  <a:lnTo>
                    <a:pt x="483" y="111"/>
                  </a:lnTo>
                  <a:lnTo>
                    <a:pt x="522" y="89"/>
                  </a:lnTo>
                  <a:lnTo>
                    <a:pt x="563" y="72"/>
                  </a:lnTo>
                  <a:lnTo>
                    <a:pt x="605" y="55"/>
                  </a:lnTo>
                  <a:lnTo>
                    <a:pt x="647" y="41"/>
                  </a:lnTo>
                  <a:lnTo>
                    <a:pt x="691" y="28"/>
                  </a:lnTo>
                  <a:lnTo>
                    <a:pt x="737" y="18"/>
                  </a:lnTo>
                  <a:lnTo>
                    <a:pt x="782" y="10"/>
                  </a:lnTo>
                  <a:lnTo>
                    <a:pt x="828" y="5"/>
                  </a:lnTo>
                  <a:lnTo>
                    <a:pt x="875" y="0"/>
                  </a:lnTo>
                  <a:lnTo>
                    <a:pt x="922" y="0"/>
                  </a:lnTo>
                  <a:lnTo>
                    <a:pt x="922" y="0"/>
                  </a:lnTo>
                  <a:lnTo>
                    <a:pt x="969" y="0"/>
                  </a:lnTo>
                  <a:lnTo>
                    <a:pt x="1016" y="5"/>
                  </a:lnTo>
                  <a:lnTo>
                    <a:pt x="1062" y="10"/>
                  </a:lnTo>
                  <a:lnTo>
                    <a:pt x="1107" y="18"/>
                  </a:lnTo>
                  <a:lnTo>
                    <a:pt x="1153" y="28"/>
                  </a:lnTo>
                  <a:lnTo>
                    <a:pt x="1197" y="41"/>
                  </a:lnTo>
                  <a:lnTo>
                    <a:pt x="1239" y="55"/>
                  </a:lnTo>
                  <a:lnTo>
                    <a:pt x="1281" y="72"/>
                  </a:lnTo>
                  <a:lnTo>
                    <a:pt x="1322" y="89"/>
                  </a:lnTo>
                  <a:lnTo>
                    <a:pt x="1361" y="111"/>
                  </a:lnTo>
                  <a:lnTo>
                    <a:pt x="1400" y="133"/>
                  </a:lnTo>
                  <a:lnTo>
                    <a:pt x="1437" y="156"/>
                  </a:lnTo>
                  <a:lnTo>
                    <a:pt x="1473" y="182"/>
                  </a:lnTo>
                  <a:lnTo>
                    <a:pt x="1509" y="210"/>
                  </a:lnTo>
                  <a:lnTo>
                    <a:pt x="1542" y="239"/>
                  </a:lnTo>
                  <a:lnTo>
                    <a:pt x="1574" y="270"/>
                  </a:lnTo>
                  <a:lnTo>
                    <a:pt x="1605" y="301"/>
                  </a:lnTo>
                  <a:lnTo>
                    <a:pt x="1633" y="335"/>
                  </a:lnTo>
                  <a:lnTo>
                    <a:pt x="1660" y="369"/>
                  </a:lnTo>
                  <a:lnTo>
                    <a:pt x="1686" y="406"/>
                  </a:lnTo>
                  <a:lnTo>
                    <a:pt x="1711" y="444"/>
                  </a:lnTo>
                  <a:lnTo>
                    <a:pt x="1732" y="481"/>
                  </a:lnTo>
                  <a:lnTo>
                    <a:pt x="1753" y="522"/>
                  </a:lnTo>
                  <a:lnTo>
                    <a:pt x="1771" y="563"/>
                  </a:lnTo>
                  <a:lnTo>
                    <a:pt x="1787" y="605"/>
                  </a:lnTo>
                  <a:lnTo>
                    <a:pt x="1802" y="647"/>
                  </a:lnTo>
                  <a:lnTo>
                    <a:pt x="1815" y="691"/>
                  </a:lnTo>
                  <a:lnTo>
                    <a:pt x="1824" y="735"/>
                  </a:lnTo>
                  <a:lnTo>
                    <a:pt x="1833" y="780"/>
                  </a:lnTo>
                  <a:lnTo>
                    <a:pt x="1839" y="828"/>
                  </a:lnTo>
                  <a:lnTo>
                    <a:pt x="1842" y="873"/>
                  </a:lnTo>
                  <a:lnTo>
                    <a:pt x="1844" y="922"/>
                  </a:lnTo>
                  <a:lnTo>
                    <a:pt x="1844" y="922"/>
                  </a:lnTo>
                  <a:close/>
                </a:path>
              </a:pathLst>
            </a:custGeom>
            <a:solidFill>
              <a:srgbClr val="02718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" name="Freeform 6"/>
            <p:cNvSpPr>
              <a:spLocks/>
            </p:cNvSpPr>
            <p:nvPr/>
          </p:nvSpPr>
          <p:spPr bwMode="auto">
            <a:xfrm>
              <a:off x="-957263" y="1725613"/>
              <a:ext cx="965200" cy="820737"/>
            </a:xfrm>
            <a:custGeom>
              <a:avLst/>
              <a:gdLst/>
              <a:ahLst/>
              <a:cxnLst>
                <a:cxn ang="0">
                  <a:pos x="628" y="1010"/>
                </a:cxn>
                <a:cxn ang="0">
                  <a:pos x="608" y="981"/>
                </a:cxn>
                <a:cxn ang="0">
                  <a:pos x="601" y="946"/>
                </a:cxn>
                <a:cxn ang="0">
                  <a:pos x="608" y="912"/>
                </a:cxn>
                <a:cxn ang="0">
                  <a:pos x="628" y="883"/>
                </a:cxn>
                <a:cxn ang="0">
                  <a:pos x="101" y="620"/>
                </a:cxn>
                <a:cxn ang="0">
                  <a:pos x="91" y="618"/>
                </a:cxn>
                <a:cxn ang="0">
                  <a:pos x="71" y="615"/>
                </a:cxn>
                <a:cxn ang="0">
                  <a:pos x="44" y="602"/>
                </a:cxn>
                <a:cxn ang="0">
                  <a:pos x="16" y="574"/>
                </a:cxn>
                <a:cxn ang="0">
                  <a:pos x="5" y="548"/>
                </a:cxn>
                <a:cxn ang="0">
                  <a:pos x="0" y="529"/>
                </a:cxn>
                <a:cxn ang="0">
                  <a:pos x="0" y="519"/>
                </a:cxn>
                <a:cxn ang="0">
                  <a:pos x="1" y="498"/>
                </a:cxn>
                <a:cxn ang="0">
                  <a:pos x="8" y="478"/>
                </a:cxn>
                <a:cxn ang="0">
                  <a:pos x="29" y="447"/>
                </a:cxn>
                <a:cxn ang="0">
                  <a:pos x="62" y="425"/>
                </a:cxn>
                <a:cxn ang="0">
                  <a:pos x="81" y="420"/>
                </a:cxn>
                <a:cxn ang="0">
                  <a:pos x="101" y="418"/>
                </a:cxn>
                <a:cxn ang="0">
                  <a:pos x="628" y="153"/>
                </a:cxn>
                <a:cxn ang="0">
                  <a:pos x="616" y="138"/>
                </a:cxn>
                <a:cxn ang="0">
                  <a:pos x="603" y="106"/>
                </a:cxn>
                <a:cxn ang="0">
                  <a:pos x="603" y="73"/>
                </a:cxn>
                <a:cxn ang="0">
                  <a:pos x="616" y="41"/>
                </a:cxn>
                <a:cxn ang="0">
                  <a:pos x="628" y="26"/>
                </a:cxn>
                <a:cxn ang="0">
                  <a:pos x="658" y="7"/>
                </a:cxn>
                <a:cxn ang="0">
                  <a:pos x="693" y="0"/>
                </a:cxn>
                <a:cxn ang="0">
                  <a:pos x="727" y="7"/>
                </a:cxn>
                <a:cxn ang="0">
                  <a:pos x="756" y="26"/>
                </a:cxn>
                <a:cxn ang="0">
                  <a:pos x="1190" y="455"/>
                </a:cxn>
                <a:cxn ang="0">
                  <a:pos x="1210" y="485"/>
                </a:cxn>
                <a:cxn ang="0">
                  <a:pos x="1216" y="519"/>
                </a:cxn>
                <a:cxn ang="0">
                  <a:pos x="1210" y="551"/>
                </a:cxn>
                <a:cxn ang="0">
                  <a:pos x="1190" y="581"/>
                </a:cxn>
                <a:cxn ang="0">
                  <a:pos x="756" y="1010"/>
                </a:cxn>
                <a:cxn ang="0">
                  <a:pos x="727" y="1029"/>
                </a:cxn>
                <a:cxn ang="0">
                  <a:pos x="693" y="1036"/>
                </a:cxn>
                <a:cxn ang="0">
                  <a:pos x="658" y="1029"/>
                </a:cxn>
                <a:cxn ang="0">
                  <a:pos x="628" y="1010"/>
                </a:cxn>
              </a:cxnLst>
              <a:rect l="0" t="0" r="r" b="b"/>
              <a:pathLst>
                <a:path w="1216" h="1036">
                  <a:moveTo>
                    <a:pt x="628" y="1010"/>
                  </a:moveTo>
                  <a:lnTo>
                    <a:pt x="628" y="1010"/>
                  </a:lnTo>
                  <a:lnTo>
                    <a:pt x="616" y="995"/>
                  </a:lnTo>
                  <a:lnTo>
                    <a:pt x="608" y="981"/>
                  </a:lnTo>
                  <a:lnTo>
                    <a:pt x="603" y="963"/>
                  </a:lnTo>
                  <a:lnTo>
                    <a:pt x="601" y="946"/>
                  </a:lnTo>
                  <a:lnTo>
                    <a:pt x="603" y="930"/>
                  </a:lnTo>
                  <a:lnTo>
                    <a:pt x="608" y="912"/>
                  </a:lnTo>
                  <a:lnTo>
                    <a:pt x="616" y="898"/>
                  </a:lnTo>
                  <a:lnTo>
                    <a:pt x="628" y="883"/>
                  </a:lnTo>
                  <a:lnTo>
                    <a:pt x="896" y="620"/>
                  </a:lnTo>
                  <a:lnTo>
                    <a:pt x="101" y="620"/>
                  </a:lnTo>
                  <a:lnTo>
                    <a:pt x="101" y="620"/>
                  </a:lnTo>
                  <a:lnTo>
                    <a:pt x="91" y="618"/>
                  </a:lnTo>
                  <a:lnTo>
                    <a:pt x="81" y="616"/>
                  </a:lnTo>
                  <a:lnTo>
                    <a:pt x="71" y="615"/>
                  </a:lnTo>
                  <a:lnTo>
                    <a:pt x="62" y="611"/>
                  </a:lnTo>
                  <a:lnTo>
                    <a:pt x="44" y="602"/>
                  </a:lnTo>
                  <a:lnTo>
                    <a:pt x="29" y="589"/>
                  </a:lnTo>
                  <a:lnTo>
                    <a:pt x="16" y="574"/>
                  </a:lnTo>
                  <a:lnTo>
                    <a:pt x="8" y="558"/>
                  </a:lnTo>
                  <a:lnTo>
                    <a:pt x="5" y="548"/>
                  </a:lnTo>
                  <a:lnTo>
                    <a:pt x="1" y="538"/>
                  </a:lnTo>
                  <a:lnTo>
                    <a:pt x="0" y="529"/>
                  </a:lnTo>
                  <a:lnTo>
                    <a:pt x="0" y="519"/>
                  </a:lnTo>
                  <a:lnTo>
                    <a:pt x="0" y="519"/>
                  </a:lnTo>
                  <a:lnTo>
                    <a:pt x="0" y="507"/>
                  </a:lnTo>
                  <a:lnTo>
                    <a:pt x="1" y="498"/>
                  </a:lnTo>
                  <a:lnTo>
                    <a:pt x="5" y="488"/>
                  </a:lnTo>
                  <a:lnTo>
                    <a:pt x="8" y="478"/>
                  </a:lnTo>
                  <a:lnTo>
                    <a:pt x="16" y="462"/>
                  </a:lnTo>
                  <a:lnTo>
                    <a:pt x="29" y="447"/>
                  </a:lnTo>
                  <a:lnTo>
                    <a:pt x="44" y="434"/>
                  </a:lnTo>
                  <a:lnTo>
                    <a:pt x="62" y="425"/>
                  </a:lnTo>
                  <a:lnTo>
                    <a:pt x="71" y="421"/>
                  </a:lnTo>
                  <a:lnTo>
                    <a:pt x="81" y="420"/>
                  </a:lnTo>
                  <a:lnTo>
                    <a:pt x="91" y="418"/>
                  </a:lnTo>
                  <a:lnTo>
                    <a:pt x="101" y="418"/>
                  </a:lnTo>
                  <a:lnTo>
                    <a:pt x="896" y="418"/>
                  </a:lnTo>
                  <a:lnTo>
                    <a:pt x="628" y="153"/>
                  </a:lnTo>
                  <a:lnTo>
                    <a:pt x="628" y="153"/>
                  </a:lnTo>
                  <a:lnTo>
                    <a:pt x="616" y="138"/>
                  </a:lnTo>
                  <a:lnTo>
                    <a:pt x="608" y="124"/>
                  </a:lnTo>
                  <a:lnTo>
                    <a:pt x="603" y="106"/>
                  </a:lnTo>
                  <a:lnTo>
                    <a:pt x="601" y="90"/>
                  </a:lnTo>
                  <a:lnTo>
                    <a:pt x="603" y="73"/>
                  </a:lnTo>
                  <a:lnTo>
                    <a:pt x="608" y="55"/>
                  </a:lnTo>
                  <a:lnTo>
                    <a:pt x="616" y="41"/>
                  </a:lnTo>
                  <a:lnTo>
                    <a:pt x="628" y="26"/>
                  </a:lnTo>
                  <a:lnTo>
                    <a:pt x="628" y="26"/>
                  </a:lnTo>
                  <a:lnTo>
                    <a:pt x="642" y="15"/>
                  </a:lnTo>
                  <a:lnTo>
                    <a:pt x="658" y="7"/>
                  </a:lnTo>
                  <a:lnTo>
                    <a:pt x="675" y="2"/>
                  </a:lnTo>
                  <a:lnTo>
                    <a:pt x="693" y="0"/>
                  </a:lnTo>
                  <a:lnTo>
                    <a:pt x="709" y="2"/>
                  </a:lnTo>
                  <a:lnTo>
                    <a:pt x="727" y="7"/>
                  </a:lnTo>
                  <a:lnTo>
                    <a:pt x="741" y="15"/>
                  </a:lnTo>
                  <a:lnTo>
                    <a:pt x="756" y="26"/>
                  </a:lnTo>
                  <a:lnTo>
                    <a:pt x="1190" y="455"/>
                  </a:lnTo>
                  <a:lnTo>
                    <a:pt x="1190" y="455"/>
                  </a:lnTo>
                  <a:lnTo>
                    <a:pt x="1202" y="468"/>
                  </a:lnTo>
                  <a:lnTo>
                    <a:pt x="1210" y="485"/>
                  </a:lnTo>
                  <a:lnTo>
                    <a:pt x="1215" y="501"/>
                  </a:lnTo>
                  <a:lnTo>
                    <a:pt x="1216" y="519"/>
                  </a:lnTo>
                  <a:lnTo>
                    <a:pt x="1215" y="535"/>
                  </a:lnTo>
                  <a:lnTo>
                    <a:pt x="1210" y="551"/>
                  </a:lnTo>
                  <a:lnTo>
                    <a:pt x="1202" y="568"/>
                  </a:lnTo>
                  <a:lnTo>
                    <a:pt x="1190" y="581"/>
                  </a:lnTo>
                  <a:lnTo>
                    <a:pt x="756" y="1010"/>
                  </a:lnTo>
                  <a:lnTo>
                    <a:pt x="756" y="1010"/>
                  </a:lnTo>
                  <a:lnTo>
                    <a:pt x="741" y="1021"/>
                  </a:lnTo>
                  <a:lnTo>
                    <a:pt x="727" y="1029"/>
                  </a:lnTo>
                  <a:lnTo>
                    <a:pt x="709" y="1034"/>
                  </a:lnTo>
                  <a:lnTo>
                    <a:pt x="693" y="1036"/>
                  </a:lnTo>
                  <a:lnTo>
                    <a:pt x="675" y="1034"/>
                  </a:lnTo>
                  <a:lnTo>
                    <a:pt x="658" y="1029"/>
                  </a:lnTo>
                  <a:lnTo>
                    <a:pt x="642" y="1021"/>
                  </a:lnTo>
                  <a:lnTo>
                    <a:pt x="628" y="1010"/>
                  </a:lnTo>
                  <a:lnTo>
                    <a:pt x="628" y="10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9" name="Espace réservé du texte 4"/>
          <p:cNvSpPr>
            <a:spLocks noGrp="1"/>
          </p:cNvSpPr>
          <p:nvPr>
            <p:ph type="body" sz="quarter" idx="16" hasCustomPrompt="1"/>
          </p:nvPr>
        </p:nvSpPr>
        <p:spPr>
          <a:xfrm>
            <a:off x="313268" y="1971700"/>
            <a:ext cx="5780617" cy="2914603"/>
          </a:xfrm>
          <a:prstGeom prst="rect">
            <a:avLst/>
          </a:prstGeom>
        </p:spPr>
        <p:txBody>
          <a:bodyPr lIns="0" tIns="0" rIns="0" bIns="0" anchor="ctr"/>
          <a:lstStyle>
            <a:lvl1pPr marL="341345" indent="-341345">
              <a:buSzPct val="120000"/>
              <a:buFontTx/>
              <a:buBlip>
                <a:blip r:embed="rId2"/>
              </a:buBlip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pic>
        <p:nvPicPr>
          <p:cNvPr id="11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11714629" y="6502629"/>
            <a:ext cx="316092" cy="237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29221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C6C29D-41EF-4CE1-92F2-D316CFB8F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84EB5-3626-49CB-BB7B-3C70308C2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0370E-615E-412C-BA07-DF2526F2FF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Title of the presentation l 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163F6-4B28-49BF-B773-03E0ECAA7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/>
              <a:t>CONFIDENTIALITY LEVEL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9F01F-35B3-401F-B384-71A26541D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C9B25-67B9-4057-9529-B60055779AA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92AED2-8027-4EDB-B5A2-973E004CB66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591153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8" r:id="rId1"/>
    <p:sldLayoutId id="2147484079" r:id="rId2"/>
    <p:sldLayoutId id="2147484080" r:id="rId3"/>
    <p:sldLayoutId id="2147484081" r:id="rId4"/>
    <p:sldLayoutId id="2147484082" r:id="rId5"/>
    <p:sldLayoutId id="2147484083" r:id="rId6"/>
    <p:sldLayoutId id="2147484084" r:id="rId7"/>
    <p:sldLayoutId id="2147484085" r:id="rId8"/>
    <p:sldLayoutId id="2147484086" r:id="rId9"/>
    <p:sldLayoutId id="2147484087" r:id="rId10"/>
    <p:sldLayoutId id="2147484088" r:id="rId11"/>
    <p:sldLayoutId id="2147484089" r:id="rId12"/>
    <p:sldLayoutId id="2147484090" r:id="rId13"/>
    <p:sldLayoutId id="2147483908" r:id="rId14"/>
    <p:sldLayoutId id="2147484016" r:id="rId15"/>
    <p:sldLayoutId id="2147483933" r:id="rId16"/>
    <p:sldLayoutId id="2147483944" r:id="rId17"/>
    <p:sldLayoutId id="2147484050" r:id="rId18"/>
    <p:sldLayoutId id="2147484054" r:id="rId19"/>
    <p:sldLayoutId id="2147484055" r:id="rId20"/>
    <p:sldLayoutId id="2147484056" r:id="rId21"/>
    <p:sldLayoutId id="2147484057" r:id="rId22"/>
    <p:sldLayoutId id="2147484058" r:id="rId23"/>
    <p:sldLayoutId id="2147484059" r:id="rId24"/>
    <p:sldLayoutId id="2147484060" r:id="rId25"/>
    <p:sldLayoutId id="2147484061" r:id="rId26"/>
    <p:sldLayoutId id="2147484062" r:id="rId27"/>
    <p:sldLayoutId id="2147484017" r:id="rId28"/>
    <p:sldLayoutId id="2147484018" r:id="rId29"/>
    <p:sldLayoutId id="2147484019" r:id="rId30"/>
    <p:sldLayoutId id="2147484020" r:id="rId31"/>
    <p:sldLayoutId id="2147484051" r:id="rId32"/>
    <p:sldLayoutId id="2147484022" r:id="rId33"/>
    <p:sldLayoutId id="2147484023" r:id="rId34"/>
    <p:sldLayoutId id="2147484024" r:id="rId35"/>
    <p:sldLayoutId id="2147484025" r:id="rId36"/>
    <p:sldLayoutId id="2147484026" r:id="rId37"/>
    <p:sldLayoutId id="2147484027" r:id="rId38"/>
    <p:sldLayoutId id="2147484052" r:id="rId39"/>
    <p:sldLayoutId id="2147484029" r:id="rId40"/>
    <p:sldLayoutId id="2147484030" r:id="rId41"/>
    <p:sldLayoutId id="2147484031" r:id="rId42"/>
    <p:sldLayoutId id="2147484032" r:id="rId43"/>
    <p:sldLayoutId id="2147484033" r:id="rId44"/>
    <p:sldLayoutId id="2147484034" r:id="rId45"/>
    <p:sldLayoutId id="2147484053" r:id="rId46"/>
    <p:sldLayoutId id="2147484036" r:id="rId47"/>
    <p:sldLayoutId id="2147484037" r:id="rId48"/>
    <p:sldLayoutId id="2147483900" r:id="rId49"/>
    <p:sldLayoutId id="2147483901" r:id="rId50"/>
    <p:sldLayoutId id="2147483902" r:id="rId51"/>
    <p:sldLayoutId id="2147483903" r:id="rId52"/>
    <p:sldLayoutId id="2147483904" r:id="rId53"/>
    <p:sldLayoutId id="2147483905" r:id="rId54"/>
    <p:sldLayoutId id="2147483899" r:id="rId55"/>
    <p:sldLayoutId id="2147483906" r:id="rId56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A3AD31-9AFC-49D8-A68D-36F0A18ECEE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AI Idea - XL CB </a:t>
            </a:r>
          </a:p>
          <a:p>
            <a:r>
              <a:rPr lang="en-GB" sz="2400" dirty="0"/>
              <a:t>February 2026</a:t>
            </a:r>
          </a:p>
          <a:p>
            <a:r>
              <a:rPr lang="en-GB" sz="1100" dirty="0"/>
              <a:t>Authors:  Blaise DiMartino &amp; Alex Grinberg</a:t>
            </a:r>
          </a:p>
        </p:txBody>
      </p:sp>
    </p:spTree>
    <p:extLst>
      <p:ext uri="{BB962C8B-B14F-4D97-AF65-F5344CB8AC3E}">
        <p14:creationId xmlns:p14="http://schemas.microsoft.com/office/powerpoint/2010/main" val="1868554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8AEBC-A56E-1A0A-8B8F-BA5610CBA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CC7435-938B-AE07-D73B-05CDB74D47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 dirty="0"/>
              <a:t>CONFIDENTIALITY LEVEL : INTERNAL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A1761D8-B090-8BB6-4292-F94584D465F3}"/>
              </a:ext>
            </a:extLst>
          </p:cNvPr>
          <p:cNvSpPr txBox="1">
            <a:spLocks/>
          </p:cNvSpPr>
          <p:nvPr/>
        </p:nvSpPr>
        <p:spPr>
          <a:xfrm>
            <a:off x="309498" y="3124599"/>
            <a:ext cx="11552767" cy="2952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11" name="Picture 10" descr="A diagram of a problem statement&#10;&#10;AI-generated content may be incorrect.">
            <a:extLst>
              <a:ext uri="{FF2B5EF4-FFF2-40B4-BE49-F238E27FC236}">
                <a16:creationId xmlns:a16="http://schemas.microsoft.com/office/drawing/2014/main" id="{49EC43C7-8CE9-0D25-AE43-87D38220B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76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790D4-71C9-0074-E35F-0644EA82C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716F16-6866-C8FD-7B3E-42800E201E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 dirty="0"/>
              <a:t>CONFIDENTIALITY LEVEL : INTERNAL</a:t>
            </a: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C3DF40-84AF-029C-ADE7-A7BD069AAA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25" y="0"/>
            <a:ext cx="12239626" cy="683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756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D834F-FC14-2C9A-5889-0513C4C82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A7FC78-D5C0-6F38-1160-A5C618A623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 dirty="0"/>
              <a:t>CONFIDENTIALITY LEVEL : INTERNAL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BE80A14-963B-8EDE-95F4-5AABD55C0B1C}"/>
              </a:ext>
            </a:extLst>
          </p:cNvPr>
          <p:cNvSpPr txBox="1">
            <a:spLocks/>
          </p:cNvSpPr>
          <p:nvPr/>
        </p:nvSpPr>
        <p:spPr>
          <a:xfrm>
            <a:off x="309498" y="3124599"/>
            <a:ext cx="11552767" cy="2952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6" name="Picture 5" descr="A diagram of a cloud brokers&#10;&#10;AI-generated content may be incorrect.">
            <a:extLst>
              <a:ext uri="{FF2B5EF4-FFF2-40B4-BE49-F238E27FC236}">
                <a16:creationId xmlns:a16="http://schemas.microsoft.com/office/drawing/2014/main" id="{07483055-50FC-7A74-AA9F-458FC36BB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37"/>
            <a:ext cx="12192000" cy="680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16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07364-3380-3D7C-3982-F8AE2831D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C5C317-17FA-6B3B-B362-205A0F0D69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 dirty="0"/>
              <a:t>CONFIDENTIALITY LEVEL : INTERNAL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A20E65E-1431-F219-FEA2-72BBD432AC4F}"/>
              </a:ext>
            </a:extLst>
          </p:cNvPr>
          <p:cNvSpPr txBox="1">
            <a:spLocks/>
          </p:cNvSpPr>
          <p:nvPr/>
        </p:nvSpPr>
        <p:spPr>
          <a:xfrm>
            <a:off x="309498" y="3124599"/>
            <a:ext cx="11552767" cy="2952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F076451-7878-62C5-0DDF-1BAD70310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455"/>
            <a:ext cx="12192000" cy="680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337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0C83E1ED51894A8893E8ED9BC92BBA" ma:contentTypeVersion="4" ma:contentTypeDescription="Create a new document." ma:contentTypeScope="" ma:versionID="b8b20cd75313f2a99eba7bfbeeb1b4d0">
  <xsd:schema xmlns:xsd="http://www.w3.org/2001/XMLSchema" xmlns:xs="http://www.w3.org/2001/XMLSchema" xmlns:p="http://schemas.microsoft.com/office/2006/metadata/properties" xmlns:ns2="55eb8a19-1f40-458d-9014-a82424f219a5" targetNamespace="http://schemas.microsoft.com/office/2006/metadata/properties" ma:root="true" ma:fieldsID="9dae9b90f80e360f44bdbad8d1a14d45" ns2:_="">
    <xsd:import namespace="55eb8a19-1f40-458d-9014-a82424f219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eb8a19-1f40-458d-9014-a82424f219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B341BB-F2F9-4DA7-9146-0BC1EDF350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eb8a19-1f40-458d-9014-a82424f219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772B827-DD27-4986-B3B3-1EE3F103677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3CBB87C-F55B-4ADC-BB9B-A598730DEED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adf0749-435c-47bb-bc94-a4b9e551edbc}" enabled="1" method="Standard" siteId="{53b7cac7-14be-46d4-be43-f2ad9244d90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1728</TotalTime>
  <Words>30</Words>
  <Application>Microsoft Office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XL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Insert title of the     presentation in  bold here</dc:title>
  <dc:creator>Jackson, Dave</dc:creator>
  <cp:lastModifiedBy>Grinberg, Alex</cp:lastModifiedBy>
  <cp:revision>128</cp:revision>
  <cp:lastPrinted>2018-07-10T08:08:42Z</cp:lastPrinted>
  <dcterms:created xsi:type="dcterms:W3CDTF">2019-07-08T12:52:03Z</dcterms:created>
  <dcterms:modified xsi:type="dcterms:W3CDTF">2026-02-20T18:40:42Z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adf0749-435c-47bb-bc94-a4b9e551edbc_Enabled">
    <vt:lpwstr>True</vt:lpwstr>
  </property>
  <property fmtid="{D5CDD505-2E9C-101B-9397-08002B2CF9AE}" pid="3" name="MSIP_Label_fadf0749-435c-47bb-bc94-a4b9e551edbc_SiteId">
    <vt:lpwstr>53b7cac7-14be-46d4-be43-f2ad9244d901</vt:lpwstr>
  </property>
  <property fmtid="{D5CDD505-2E9C-101B-9397-08002B2CF9AE}" pid="4" name="MSIP_Label_fadf0749-435c-47bb-bc94-a4b9e551edbc_Ref">
    <vt:lpwstr>https://api.informationprotection.azure.com/api/53b7cac7-14be-46d4-be43-f2ad9244d901</vt:lpwstr>
  </property>
  <property fmtid="{D5CDD505-2E9C-101B-9397-08002B2CF9AE}" pid="5" name="MSIP_Label_fadf0749-435c-47bb-bc94-a4b9e551edbc_Owner">
    <vt:lpwstr>eva.theiler@xlgroup.com</vt:lpwstr>
  </property>
  <property fmtid="{D5CDD505-2E9C-101B-9397-08002B2CF9AE}" pid="6" name="MSIP_Label_fadf0749-435c-47bb-bc94-a4b9e551edbc_SetDate">
    <vt:lpwstr>2018-07-19T13:41:13.6001372+02:00</vt:lpwstr>
  </property>
  <property fmtid="{D5CDD505-2E9C-101B-9397-08002B2CF9AE}" pid="7" name="MSIP_Label_fadf0749-435c-47bb-bc94-a4b9e551edbc_Name">
    <vt:lpwstr>Unsecured Content</vt:lpwstr>
  </property>
  <property fmtid="{D5CDD505-2E9C-101B-9397-08002B2CF9AE}" pid="8" name="MSIP_Label_fadf0749-435c-47bb-bc94-a4b9e551edbc_Application">
    <vt:lpwstr>Microsoft Azure Information Protection</vt:lpwstr>
  </property>
  <property fmtid="{D5CDD505-2E9C-101B-9397-08002B2CF9AE}" pid="9" name="MSIP_Label_fadf0749-435c-47bb-bc94-a4b9e551edbc_Extended_MSFT_Method">
    <vt:lpwstr>Automatic</vt:lpwstr>
  </property>
  <property fmtid="{D5CDD505-2E9C-101B-9397-08002B2CF9AE}" pid="10" name="ContentTypeId">
    <vt:lpwstr>0x010100FE0C83E1ED51894A8893E8ED9BC92BBA</vt:lpwstr>
  </property>
  <property fmtid="{D5CDD505-2E9C-101B-9397-08002B2CF9AE}" pid="11" name="MSIP_Label_f6da7a7f-a0d1-4c79-8194-be76ed2514ae_Enabled">
    <vt:lpwstr>true</vt:lpwstr>
  </property>
  <property fmtid="{D5CDD505-2E9C-101B-9397-08002B2CF9AE}" pid="12" name="MSIP_Label_f6da7a7f-a0d1-4c79-8194-be76ed2514ae_SetDate">
    <vt:lpwstr>2026-02-20T17:15:07Z</vt:lpwstr>
  </property>
  <property fmtid="{D5CDD505-2E9C-101B-9397-08002B2CF9AE}" pid="13" name="MSIP_Label_f6da7a7f-a0d1-4c79-8194-be76ed2514ae_Method">
    <vt:lpwstr>Privileged</vt:lpwstr>
  </property>
  <property fmtid="{D5CDD505-2E9C-101B-9397-08002B2CF9AE}" pid="14" name="MSIP_Label_f6da7a7f-a0d1-4c79-8194-be76ed2514ae_Name">
    <vt:lpwstr>INTERNAL</vt:lpwstr>
  </property>
  <property fmtid="{D5CDD505-2E9C-101B-9397-08002B2CF9AE}" pid="15" name="MSIP_Label_f6da7a7f-a0d1-4c79-8194-be76ed2514ae_SiteId">
    <vt:lpwstr>396b38cc-aa65-492b-bb0e-3d94ed25a97b</vt:lpwstr>
  </property>
  <property fmtid="{D5CDD505-2E9C-101B-9397-08002B2CF9AE}" pid="16" name="MSIP_Label_f6da7a7f-a0d1-4c79-8194-be76ed2514ae_ActionId">
    <vt:lpwstr>b80c4258-3732-4fb8-8e5a-2e32b148abf5</vt:lpwstr>
  </property>
  <property fmtid="{D5CDD505-2E9C-101B-9397-08002B2CF9AE}" pid="17" name="MSIP_Label_f6da7a7f-a0d1-4c79-8194-be76ed2514ae_ContentBits">
    <vt:lpwstr>2</vt:lpwstr>
  </property>
  <property fmtid="{D5CDD505-2E9C-101B-9397-08002B2CF9AE}" pid="18" name="MSIP_Label_f6da7a7f-a0d1-4c79-8194-be76ed2514ae_Tag">
    <vt:lpwstr>10, 0, 1, 1</vt:lpwstr>
  </property>
  <property fmtid="{D5CDD505-2E9C-101B-9397-08002B2CF9AE}" pid="19" name="ClassificationContentMarkingFooterLocations">
    <vt:lpwstr>Office Theme:8</vt:lpwstr>
  </property>
  <property fmtid="{D5CDD505-2E9C-101B-9397-08002B2CF9AE}" pid="20" name="ClassificationContentMarkingFooterText">
    <vt:lpwstr>Internal</vt:lpwstr>
  </property>
</Properties>
</file>