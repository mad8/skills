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554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serving large-scale cloud remediation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Mars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security relies on a massive volume of data and alerts.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Shape 5"/>
          <p:cNvSpPr/>
          <p:nvPr/>
        </p:nvSpPr>
        <p:spPr>
          <a:xfrm>
            <a:off x="123444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66" y="1719986"/>
            <a:ext cx="537667" cy="5376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0292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 of thousands of alerts coming from Prisma, Defender, and Qualys.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9"/>
          <p:cNvSpPr/>
          <p:nvPr/>
        </p:nvSpPr>
        <p:spPr>
          <a:xfrm>
            <a:off x="324612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4" name="Shape 10"/>
          <p:cNvSpPr/>
          <p:nvPr/>
        </p:nvSpPr>
        <p:spPr>
          <a:xfrm>
            <a:off x="411480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026" y="1719986"/>
            <a:ext cx="537667" cy="5376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8328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Complexity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338328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environments with multiple landing zones, foundations, networking, and identity layers.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126480" y="1188720"/>
            <a:ext cx="269748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4"/>
          <p:cNvSpPr/>
          <p:nvPr/>
        </p:nvSpPr>
        <p:spPr>
          <a:xfrm>
            <a:off x="6126480" y="118872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0" name="Shape 15"/>
          <p:cNvSpPr/>
          <p:nvPr/>
        </p:nvSpPr>
        <p:spPr>
          <a:xfrm>
            <a:off x="6995160" y="1508760"/>
            <a:ext cx="960120" cy="96012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6386" y="1719986"/>
            <a:ext cx="537667" cy="5376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63640" y="26060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Criticality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263640" y="30632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Fixes ranging from trivial (missing logs) to highly sensitive issues (public access, PE, firewall).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2331720"/>
            <a:ext cx="320040" cy="320040"/>
          </a:xfrm>
          <a:prstGeom prst="rect">
            <a:avLst/>
          </a:prstGeom>
        </p:spPr>
      </p:pic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2331720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Shape 1"/>
          <p:cNvSpPr/>
          <p:nvPr/>
        </p:nvSpPr>
        <p:spPr>
          <a:xfrm>
            <a:off x="3886200" y="365760"/>
            <a:ext cx="914400" cy="914400"/>
          </a:xfrm>
          <a:prstGeom prst="ellipse">
            <a:avLst/>
          </a:prstGeom>
          <a:solidFill>
            <a:srgbClr val="FF172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566928"/>
            <a:ext cx="512064" cy="512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</a:t>
            </a:r>
            <a:pPr algn="ctr" indent="0" marL="0">
              <a:buNone/>
            </a:pPr>
            <a:r>
              <a:rPr lang="en-US" sz="4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</a:t>
            </a:r>
            <a:endParaRPr lang="en-US" sz="4000" dirty="0"/>
          </a:p>
        </p:txBody>
      </p:sp>
      <p:sp>
        <p:nvSpPr>
          <p:cNvPr id="7" name="Shape 3"/>
          <p:cNvSpPr/>
          <p:nvPr/>
        </p:nvSpPr>
        <p:spPr>
          <a:xfrm>
            <a:off x="457200" y="228600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228600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9" name="Text 5"/>
          <p:cNvSpPr/>
          <p:nvPr/>
        </p:nvSpPr>
        <p:spPr>
          <a:xfrm>
            <a:off x="68580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Alerts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306324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306324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2" name="Text 8"/>
          <p:cNvSpPr/>
          <p:nvPr/>
        </p:nvSpPr>
        <p:spPr>
          <a:xfrm>
            <a:off x="68580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unified visibility from "risk to action to remediation to cost impact"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84048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analysis time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228600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7" name="Shape 13"/>
          <p:cNvSpPr/>
          <p:nvPr/>
        </p:nvSpPr>
        <p:spPr>
          <a:xfrm>
            <a:off x="4846320" y="228600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8" name="Text 14"/>
          <p:cNvSpPr/>
          <p:nvPr/>
        </p:nvSpPr>
        <p:spPr>
          <a:xfrm>
            <a:off x="5074920" y="22860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not always aligned with actual risk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846320" y="306324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0" name="Shape 16"/>
          <p:cNvSpPr/>
          <p:nvPr/>
        </p:nvSpPr>
        <p:spPr>
          <a:xfrm>
            <a:off x="4846320" y="306324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21" name="Text 17"/>
          <p:cNvSpPr/>
          <p:nvPr/>
        </p:nvSpPr>
        <p:spPr>
          <a:xfrm>
            <a:off x="5074920" y="3063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Exhausting repetitive tasks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46320" y="3840480"/>
            <a:ext cx="3840480" cy="64008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3" name="Shape 19"/>
          <p:cNvSpPr/>
          <p:nvPr/>
        </p:nvSpPr>
        <p:spPr>
          <a:xfrm>
            <a:off x="4846320" y="3840480"/>
            <a:ext cx="54864" cy="64008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24" name="Text 20"/>
          <p:cNvSpPr/>
          <p:nvPr/>
        </p:nvSpPr>
        <p:spPr>
          <a:xfrm>
            <a:off x="5074920" y="3840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human error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AXA Automated </a:t>
            </a:r>
            <a:pPr indent="0" marL="0">
              <a:buNone/>
            </a:pPr>
            <a:r>
              <a:rPr lang="en-US" sz="2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Checker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manual, time-consuming and error-prone security workflows into an intelligent, automated end-to-end process – in seconds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9" name="Shape 6"/>
          <p:cNvSpPr/>
          <p:nvPr/>
        </p:nvSpPr>
        <p:spPr>
          <a:xfrm>
            <a:off x="123444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550" y="224851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Ingestion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Enrichment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consolidation from Prisma, Defender, Qualys, enriched with Azure content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4612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0"/>
          <p:cNvSpPr/>
          <p:nvPr/>
        </p:nvSpPr>
        <p:spPr>
          <a:xfrm>
            <a:off x="324612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5" name="Shape 11"/>
          <p:cNvSpPr/>
          <p:nvPr/>
        </p:nvSpPr>
        <p:spPr>
          <a:xfrm>
            <a:off x="411480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910" y="2248510"/>
            <a:ext cx="486461" cy="4864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 &amp; Analysis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33756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risk ranking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26480" y="1828800"/>
            <a:ext cx="269748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126480" y="1828800"/>
            <a:ext cx="269748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1" name="Shape 16"/>
          <p:cNvSpPr/>
          <p:nvPr/>
        </p:nvSpPr>
        <p:spPr>
          <a:xfrm>
            <a:off x="6995160" y="2057400"/>
            <a:ext cx="868680" cy="86868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270" y="2248510"/>
            <a:ext cx="486461" cy="4864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30175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217920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proposals and code generation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2743200"/>
            <a:ext cx="320040" cy="320040"/>
          </a:xfrm>
          <a:prstGeom prst="rect">
            <a:avLst/>
          </a:prstGeom>
        </p:spPr>
      </p:pic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2743200"/>
            <a:ext cx="320040" cy="3200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FUNCTIONALITY OF THE AUTOMATED SECURITY CHECKER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(Alert Collector)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1" name="Text 7"/>
          <p:cNvSpPr/>
          <p:nvPr/>
        </p:nvSpPr>
        <p:spPr>
          <a:xfrm>
            <a:off x="27432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alerts from main sources.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Enriched with environment, criticality, data type and network exposure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56032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13" name="Text 9"/>
          <p:cNvSpPr/>
          <p:nvPr/>
        </p:nvSpPr>
        <p:spPr>
          <a:xfrm>
            <a:off x="256032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5544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Prioritization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01168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(Risk Engine)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228600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8" name="Text 13"/>
          <p:cNvSpPr/>
          <p:nvPr/>
        </p:nvSpPr>
        <p:spPr>
          <a:xfrm>
            <a:off x="201168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of alerts into P0–P3 based on exposure and vulnerability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29768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20" name="Text 15"/>
          <p:cNvSpPr/>
          <p:nvPr/>
        </p:nvSpPr>
        <p:spPr>
          <a:xfrm>
            <a:off x="429768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544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4904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374904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(Impact Analyzer)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02336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5" name="Text 19"/>
          <p:cNvSpPr/>
          <p:nvPr/>
        </p:nvSpPr>
        <p:spPr>
          <a:xfrm>
            <a:off x="374904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Determined resource dependencies and linked Azure objects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03504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27" name="Text 21"/>
          <p:cNvSpPr/>
          <p:nvPr/>
        </p:nvSpPr>
        <p:spPr>
          <a:xfrm>
            <a:off x="60350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55448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(Fix Generator)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576072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Azure CLI Scripts, TF Files / PS1, Policies, Message for app teams, CAB Change Files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772400" y="1005840"/>
            <a:ext cx="411480" cy="4114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34" name="Text 27"/>
          <p:cNvSpPr/>
          <p:nvPr/>
        </p:nvSpPr>
        <p:spPr>
          <a:xfrm>
            <a:off x="777240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55448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7223760" y="21945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7223760" y="2697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(Compliance Reporter)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7498080" y="3017520"/>
            <a:ext cx="1051560" cy="27432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9" name="Text 31"/>
          <p:cNvSpPr/>
          <p:nvPr/>
        </p:nvSpPr>
        <p:spPr>
          <a:xfrm>
            <a:off x="7223760" y="310896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summaries, impacts, proofs, status updates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where AI can be useful for the security stream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E5E5F0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97280"/>
            <a:ext cx="54864" cy="114300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Act: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to: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" y="1417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false positive / already remediated resource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potential cost increase (e.g. Azure DDoS Protection Standard: +2500€/month/sub for 100 assets)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423160"/>
            <a:ext cx="8412480" cy="12344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2423160"/>
            <a:ext cx="54864" cy="1234440"/>
          </a:xfrm>
          <a:prstGeom prst="rect">
            <a:avLst/>
          </a:prstGeom>
          <a:solidFill>
            <a:srgbClr val="1CC54E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423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C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Case: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Soft Delete is enabled for Azure Storage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the lack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script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the policy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the email to the app team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3840480"/>
            <a:ext cx="8412480" cy="1234440"/>
          </a:xfrm>
          <a:prstGeom prst="rect">
            <a:avLst/>
          </a:prstGeom>
          <a:solidFill>
            <a:srgbClr val="E5E5F0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3840480"/>
            <a:ext cx="54864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59436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Case:  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Storage Account default network access set to 'Allow'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" y="4160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 list of dependencies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of migration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CLI scripts &amp; validation tests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Applicative message &amp; risk level – Human verifies and executes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Shape 1"/>
          <p:cNvSpPr/>
          <p:nvPr/>
        </p:nvSpPr>
        <p:spPr>
          <a:xfrm>
            <a:off x="3886200" y="731520"/>
            <a:ext cx="1005840" cy="1005840"/>
          </a:xfrm>
          <a:prstGeom prst="ellipse">
            <a:avLst/>
          </a:prstGeom>
          <a:solidFill>
            <a:srgbClr val="FF172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485" y="952805"/>
            <a:ext cx="563270" cy="5632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KNOW WHAT ?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Shape 1"/>
          <p:cNvSpPr/>
          <p:nvPr/>
        </p:nvSpPr>
        <p:spPr>
          <a:xfrm>
            <a:off x="3886200" y="548640"/>
            <a:ext cx="1005840" cy="1005840"/>
          </a:xfrm>
          <a:prstGeom prst="ellipse">
            <a:avLst/>
          </a:prstGeom>
          <a:solidFill>
            <a:srgbClr val="FF1721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7485" y="769925"/>
            <a:ext cx="563270" cy="5632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can be </a:t>
            </a:r>
            <a:pPr algn="ctr" indent="0" marL="0">
              <a:buNone/>
            </a:pPr>
            <a:r>
              <a:rPr lang="en-US" sz="44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13716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AXA Security Skill automatically assists in the different actions to detect, remediate, communicate…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VALIDATION PROCESS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640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reviews every Skill before it goes live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68680" y="1143000"/>
            <a:ext cx="914400" cy="91440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344168"/>
            <a:ext cx="512064" cy="512064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37160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7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Created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6"/>
          <p:cNvSpPr/>
          <p:nvPr/>
        </p:nvSpPr>
        <p:spPr>
          <a:xfrm>
            <a:off x="54864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can develop a new Skill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017520" y="1143000"/>
            <a:ext cx="914400" cy="914400"/>
          </a:xfrm>
          <a:prstGeom prst="ellipse">
            <a:avLst/>
          </a:prstGeom>
          <a:solidFill>
            <a:srgbClr val="FF172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344168"/>
            <a:ext cx="512064" cy="512064"/>
          </a:xfrm>
          <a:prstGeom prst="rect">
            <a:avLst/>
          </a:prstGeom>
        </p:spPr>
      </p:pic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1371600"/>
            <a:ext cx="365760" cy="3657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6060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260604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0"/>
          <p:cNvSpPr/>
          <p:nvPr/>
        </p:nvSpPr>
        <p:spPr>
          <a:xfrm>
            <a:off x="269748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team audits the Skill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166360" y="1143000"/>
            <a:ext cx="914400" cy="91440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1344168"/>
            <a:ext cx="512064" cy="512064"/>
          </a:xfrm>
          <a:prstGeom prst="rect">
            <a:avLst/>
          </a:prstGeom>
        </p:spPr>
      </p:pic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7548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475488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14"/>
          <p:cNvSpPr/>
          <p:nvPr/>
        </p:nvSpPr>
        <p:spPr>
          <a:xfrm>
            <a:off x="484632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validated against AXA policies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7315200" y="1143000"/>
            <a:ext cx="914400" cy="914400"/>
          </a:xfrm>
          <a:prstGeom prst="ellipse">
            <a:avLst/>
          </a:prstGeom>
          <a:solidFill>
            <a:srgbClr val="1CC54E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368" y="1344168"/>
            <a:ext cx="512064" cy="51206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0372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6903720" y="2651760"/>
            <a:ext cx="173736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18"/>
          <p:cNvSpPr/>
          <p:nvPr/>
        </p:nvSpPr>
        <p:spPr>
          <a:xfrm>
            <a:off x="6995160" y="26974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is live and available to all teams</a:t>
            </a:r>
            <a:endParaRPr lang="en-US" sz="1000" dirty="0"/>
          </a:p>
        </p:txBody>
      </p:sp>
      <p:sp>
        <p:nvSpPr>
          <p:cNvPr id="29" name="Shape 1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00008F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840480"/>
            <a:ext cx="502920" cy="50292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280160" y="3794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Skill goes live without approval.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security team validates data handling, compliance with AXA policies, and code safety before any Skill is published to the internal catalogue.</a:t>
            </a:r>
            <a:endParaRPr lang="en-US" sz="1100" dirty="0"/>
          </a:p>
        </p:txBody>
      </p:sp>
      <p:sp>
        <p:nvSpPr>
          <p:cNvPr id="32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REMAINS AT THE CENTER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Shape 2"/>
          <p:cNvSpPr/>
          <p:nvPr/>
        </p:nvSpPr>
        <p:spPr>
          <a:xfrm>
            <a:off x="3200400" y="1463040"/>
            <a:ext cx="2743200" cy="274320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6" name="Text 3"/>
          <p:cNvSpPr/>
          <p:nvPr/>
        </p:nvSpPr>
        <p:spPr>
          <a:xfrm>
            <a:off x="3383280" y="182880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Automated Security Checker does not replace experts.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augments them.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03120" y="91440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03120" y="914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91440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914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strategy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0" y="237744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23774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context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384048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0" y="3840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exemptions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1645920" cy="822960"/>
          </a:xfrm>
          <a:prstGeom prst="ellipse">
            <a:avLst/>
          </a:prstGeom>
          <a:solidFill>
            <a:srgbClr val="E5E5F0"/>
          </a:solidFill>
          <a:ln w="19050">
            <a:solidFill>
              <a:srgbClr val="00008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8404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changes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VISION: TOWARD AN AI-ASSISTED CLOUD SOC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463040"/>
            <a:ext cx="2743200" cy="274320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6" name="Image 1" descr="./ax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48840"/>
            <a:ext cx="1371600" cy="13716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0" y="10972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SRE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(Site Reliability Engineering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security)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74720" y="2834640"/>
            <a:ext cx="1097280" cy="-118872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858000" y="10972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474720" y="2834640"/>
            <a:ext cx="3383280" cy="-118872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858000" y="246888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0" y="24688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risk aware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tower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474720" y="2834640"/>
            <a:ext cx="3383280" cy="18288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0" y="3749040"/>
            <a:ext cx="1828800" cy="109728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17" name="Text 13"/>
          <p:cNvSpPr/>
          <p:nvPr/>
        </p:nvSpPr>
        <p:spPr>
          <a:xfrm>
            <a:off x="6858000" y="3749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automated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SOC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74720" y="2834640"/>
            <a:ext cx="3383280" cy="1463040"/>
          </a:xfrm>
          <a:prstGeom prst="line">
            <a:avLst/>
          </a:prstGeom>
          <a:noFill/>
          <a:ln w="12700">
            <a:solidFill>
              <a:srgbClr val="CCCC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4434840"/>
            <a:ext cx="5943600" cy="50292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0" name="Text 16"/>
          <p:cNvSpPr/>
          <p:nvPr/>
        </p:nvSpPr>
        <p:spPr>
          <a:xfrm>
            <a:off x="6400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combination of AI + Azure Policy + Defender is currently transforming our profession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For Security - Automated Security Checker</dc:title>
  <dc:subject>PptxGenJS Presentation</dc:subject>
  <dc:creator>AXA</dc:creator>
  <cp:lastModifiedBy>AXA</cp:lastModifiedBy>
  <cp:revision>1</cp:revision>
  <dcterms:created xsi:type="dcterms:W3CDTF">2026-03-10T08:14:04Z</dcterms:created>
  <dcterms:modified xsi:type="dcterms:W3CDTF">2026-03-10T08:14:04Z</dcterms:modified>
</cp:coreProperties>
</file>