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1554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serving large-scale cloud remediation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relies on a massive volume of data and alerts.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23444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666" y="1719986"/>
            <a:ext cx="537667" cy="5376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thousands of alerts coming from Prisma, Defender, and Qualys.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411480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026" y="1719986"/>
            <a:ext cx="537667" cy="537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328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environments with multiple landing zones, foundations, networking, and identity layers.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99516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386" y="1719986"/>
            <a:ext cx="537667" cy="5376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364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Criticality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ranging from trivial (missing logs) to highly sensitive issues (public access, PE, firewall).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2331720"/>
            <a:ext cx="320040" cy="320040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33172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86200" y="365760"/>
            <a:ext cx="914400" cy="914400"/>
          </a:xfrm>
          <a:prstGeom prst="ellipse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566928"/>
            <a:ext cx="512064" cy="512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</a:t>
            </a:r>
            <a:r>
              <a:rPr lang="en-US" sz="4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8580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Alerts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06324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68580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unified visibility from "risk to action to remediation to cost impact"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84048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8580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analysis 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228600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846320" y="228600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507492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not always aligned with actual risk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46320" y="306324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846320" y="306324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507492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Exhausting repetitive tasks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384048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4846320" y="384048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07492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human error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AXA Automated </a:t>
            </a:r>
            <a:r>
              <a:rPr lang="en-US" sz="2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Checker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manual, time-consuming and error-prone security workflows into an intelligent, automated end-to-end process – in seconds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23444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50" y="224851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Ingestion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Enrichment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consolidation from Prisma, Defender, Qualys, enriched with Azure content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24612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11480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910" y="224851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&amp; 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33756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risk ranking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12648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99516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270" y="224851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21792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proposals and code generation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2743200"/>
            <a:ext cx="320040" cy="32004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7432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FUNCTIONALITY OF THE AUTOMATED SECURITY CHECKER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82296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229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544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(Alert Collector)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27432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alerts from main sources.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with environment, criticality, data type and network exposure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56032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554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01168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(Risk Engine)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28600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201168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of alerts into P0–P3 based on exposure and vulnerability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29768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29768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5544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4904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74904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(Impact Analyzer)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02336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374904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resource dependencies and linked Azure objects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03504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60350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155448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 Generator)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6072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5"/>
          <p:cNvSpPr/>
          <p:nvPr/>
        </p:nvSpPr>
        <p:spPr>
          <a:xfrm>
            <a:off x="548640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Azure CLI Scripts, TF Files / PS1, Policies, Message for app teams, CAB Change Files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77240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77724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155448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2376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22376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(Compliance Reporter)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49808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1"/>
          <p:cNvSpPr/>
          <p:nvPr/>
        </p:nvSpPr>
        <p:spPr>
          <a:xfrm>
            <a:off x="722376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summaries, impacts, proofs, status updates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where AI can be useful for the security stream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E5E5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Act:  </a:t>
            </a: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to: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false positive / already remediated resource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potential cost increase (e.g. Azure DDoS Protection Standard: +2500€/month/sub for 100 assets)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8412480" cy="1234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65760" y="2423160"/>
            <a:ext cx="54864" cy="1234440"/>
          </a:xfrm>
          <a:prstGeom prst="rect">
            <a:avLst/>
          </a:prstGeom>
          <a:solidFill>
            <a:srgbClr val="1CC54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C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Case: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Soft Delete is enabled for Azure Storage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lack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the policy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email to the app team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840480"/>
            <a:ext cx="8412480" cy="1234440"/>
          </a:xfrm>
          <a:prstGeom prst="rect">
            <a:avLst/>
          </a:prstGeom>
          <a:solidFill>
            <a:srgbClr val="E5E5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5760" y="38404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9436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Case: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Storage Account default network access set to 'Allow'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160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list of dependencies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of migration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CLI scripts &amp; validation tests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Applicative message &amp; risk level – Human verifies and executes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86200" y="731520"/>
            <a:ext cx="1005840" cy="1005840"/>
          </a:xfrm>
          <a:prstGeom prst="ellipse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485" y="952805"/>
            <a:ext cx="563270" cy="5632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KNOW WHAT ?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3886200" y="548640"/>
            <a:ext cx="1005840" cy="1005840"/>
          </a:xfrm>
          <a:prstGeom prst="ellipse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485" y="769925"/>
            <a:ext cx="563270" cy="5632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can be </a:t>
            </a:r>
            <a:r>
              <a:rPr lang="en-US" sz="44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AXA Security Skill automatically assists in the different actions to detect, remediate, communicate…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VALIDATION PROCESS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reviews every Skill before it goes live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8680" y="1143000"/>
            <a:ext cx="914400" cy="91440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1344168"/>
            <a:ext cx="512064" cy="5120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13716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Created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6"/>
          <p:cNvSpPr/>
          <p:nvPr/>
        </p:nvSpPr>
        <p:spPr>
          <a:xfrm>
            <a:off x="54864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develop a new Skill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017520" y="1143000"/>
            <a:ext cx="914400" cy="914400"/>
          </a:xfrm>
          <a:prstGeom prst="ellipse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1344168"/>
            <a:ext cx="512064" cy="51206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37160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6060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260604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0"/>
          <p:cNvSpPr/>
          <p:nvPr/>
        </p:nvSpPr>
        <p:spPr>
          <a:xfrm>
            <a:off x="269748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team audits the Skill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166360" y="1143000"/>
            <a:ext cx="914400" cy="91440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1344168"/>
            <a:ext cx="512064" cy="512064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548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75488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4"/>
          <p:cNvSpPr/>
          <p:nvPr/>
        </p:nvSpPr>
        <p:spPr>
          <a:xfrm>
            <a:off x="48463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validated against AXA policies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7315200" y="1143000"/>
            <a:ext cx="914400" cy="914400"/>
          </a:xfrm>
          <a:prstGeom prst="ellipse">
            <a:avLst/>
          </a:prstGeom>
          <a:solidFill>
            <a:srgbClr val="1CC54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1344168"/>
            <a:ext cx="512064" cy="5120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0372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690372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18"/>
          <p:cNvSpPr/>
          <p:nvPr/>
        </p:nvSpPr>
        <p:spPr>
          <a:xfrm>
            <a:off x="699516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is live and available to all teams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40480"/>
            <a:ext cx="502920" cy="5029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8016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Skill goes live without approval.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security team validates data handling, compliance with AXA policies, and code safety before any Skill is published to the internal catalogue.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REMAINS AT THE CENTER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2743200" cy="274320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Automated Security Checker does not replace experts.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augments them.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91440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103120" y="914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91440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217920" y="914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3152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237744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40080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context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384048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1828800" y="3840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669280" y="3840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changes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VISION: TOWARD AN AI-ASSISTED CLOUD SOC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743200" cy="274320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48840"/>
            <a:ext cx="137160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0972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SRE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(Site Reliability Engineering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security)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74720" y="2834640"/>
            <a:ext cx="1097280" cy="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6858000" y="10972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85800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74720" y="2834640"/>
            <a:ext cx="3383280" cy="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858000" y="24688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85800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aware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tower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0" y="2834640"/>
            <a:ext cx="3383280" cy="18288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858000" y="374904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858000" y="3749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SOC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74720" y="2834640"/>
            <a:ext cx="3383280" cy="146304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57200" y="4434840"/>
            <a:ext cx="5943600" cy="50292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6400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combination of AI + Azure Policy + Defender is currently transforming our profession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Affichage à l'écran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Security - Automated Security Checker</dc:title>
  <dc:subject>PptxGenJS Presentation</dc:subject>
  <dc:creator>AXA</dc:creator>
  <cp:lastModifiedBy>Imad Bensisaid</cp:lastModifiedBy>
  <cp:revision>2</cp:revision>
  <dcterms:created xsi:type="dcterms:W3CDTF">2026-03-10T08:14:04Z</dcterms:created>
  <dcterms:modified xsi:type="dcterms:W3CDTF">2026-03-10T08:20:52Z</dcterms:modified>
</cp:coreProperties>
</file>