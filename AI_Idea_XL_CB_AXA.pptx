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IDEA — </a:t>
            </a:r>
            <a:pPr indent="0" marL="0">
              <a:buNone/>
            </a:pPr>
            <a:r>
              <a:rPr lang="en-US" sz="48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 CB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Brokers &amp; AI - Use Cases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Blaise DiMartino &amp; Alex Grinberg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STATEMENT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GPT: </a:t>
            </a:r>
            <a:pPr indent="0" marL="0">
              <a:buNone/>
            </a:pPr>
            <a:r>
              <a:rPr lang="en-US" sz="24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CLOUD SECTIONS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05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2743200" y="10058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sections in the Prompt Library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section for Cloud, Cloud Broker or XL Cloud Broker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IT category of Secure GPT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Teams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25603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Delivery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prompts for cloud delivery questions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3383280"/>
            <a:ext cx="25603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Governance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290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assistance for cloud governance topics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3383280"/>
            <a:ext cx="25603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Operations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63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questions left unanswered by AI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ENHANCEMENTS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Idea - XL CB</dc:title>
  <dc:subject>PptxGenJS Presentation</dc:subject>
  <dc:creator>AXA</dc:creator>
  <cp:lastModifiedBy>AXA</cp:lastModifiedBy>
  <cp:revision>1</cp:revision>
  <dcterms:created xsi:type="dcterms:W3CDTF">2026-02-23T15:28:21Z</dcterms:created>
  <dcterms:modified xsi:type="dcterms:W3CDTF">2026-02-23T15:28:21Z</dcterms:modified>
</cp:coreProperties>
</file>