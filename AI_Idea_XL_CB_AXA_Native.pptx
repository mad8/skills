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IDEA — </a:t>
            </a:r>
            <a:pPr indent="0" marL="0">
              <a:buNone/>
            </a:pPr>
            <a:r>
              <a:rPr lang="en-US" sz="48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 CB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Brokers &amp; AI - Use Cases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Blaise DiMartino &amp; Alex Grinberg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pic>
        <p:nvPicPr>
          <p:cNvPr id="3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find yourself...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123444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80160"/>
            <a:ext cx="36576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371600"/>
            <a:ext cx="457200" cy="45720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8F"/>
                </a:solidFill>
              </a:rPr>
              <a:t>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the same questions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different users, over and over again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31720" y="1965960"/>
            <a:ext cx="0" cy="137160"/>
          </a:xfrm>
          <a:prstGeom prst="line">
            <a:avLst/>
          </a:prstGeom>
          <a:noFill/>
          <a:ln w="25400">
            <a:solidFill>
              <a:srgbClr val="0000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8840" y="2011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8F"/>
                </a:solidFill>
              </a:rPr>
              <a:t>▼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4320" y="210312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148840"/>
            <a:ext cx="36576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2240280"/>
            <a:ext cx="457200" cy="45720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8F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the same Confluence links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0584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standard and recurring information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31720" y="2834640"/>
            <a:ext cx="0" cy="137160"/>
          </a:xfrm>
          <a:prstGeom prst="line">
            <a:avLst/>
          </a:prstGeom>
          <a:noFill/>
          <a:ln w="25400">
            <a:solidFill>
              <a:srgbClr val="0000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48840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8F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297180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017520"/>
            <a:ext cx="36576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4" name="Shape 21"/>
          <p:cNvSpPr/>
          <p:nvPr/>
        </p:nvSpPr>
        <p:spPr>
          <a:xfrm>
            <a:off x="411480" y="3108960"/>
            <a:ext cx="457200" cy="45720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8F"/>
                </a:solidFill>
              </a:rPr>
              <a:t>📋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0584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Redirecting users to SILVA catalogue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5840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same recurring requests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331720" y="3703320"/>
            <a:ext cx="0" cy="137160"/>
          </a:xfrm>
          <a:prstGeom prst="line">
            <a:avLst/>
          </a:prstGeom>
          <a:noFill/>
          <a:ln w="25400">
            <a:solidFill>
              <a:srgbClr val="0000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48840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8F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74320" y="384048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886200"/>
            <a:ext cx="36576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2" name="Shape 29"/>
          <p:cNvSpPr/>
          <p:nvPr/>
        </p:nvSpPr>
        <p:spPr>
          <a:xfrm>
            <a:off x="411480" y="3977640"/>
            <a:ext cx="457200" cy="45720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8F"/>
                </a:solidFill>
              </a:rPr>
              <a:t>📅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058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Attending multiple meetings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0584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to provide the same explanations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480560" y="2560320"/>
            <a:ext cx="365760" cy="0"/>
          </a:xfrm>
          <a:prstGeom prst="line">
            <a:avLst/>
          </a:prstGeom>
          <a:noFill/>
          <a:ln w="38100">
            <a:solidFill>
              <a:srgbClr val="FF172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2468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1721"/>
                </a:solidFill>
              </a:rPr>
              <a:t>►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937760" y="7772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CCC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937760" y="777240"/>
            <a:ext cx="3931920" cy="36576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0" name="Text 37"/>
          <p:cNvSpPr/>
          <p:nvPr/>
        </p:nvSpPr>
        <p:spPr>
          <a:xfrm>
            <a:off x="493776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GPT: Limitations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166360" y="1280160"/>
            <a:ext cx="320040" cy="320040"/>
          </a:xfrm>
          <a:prstGeom prst="ellipse">
            <a:avLst/>
          </a:prstGeom>
          <a:solidFill>
            <a:srgbClr val="FFE5E5"/>
          </a:solidFill>
          <a:ln/>
        </p:spPr>
      </p:sp>
      <p:sp>
        <p:nvSpPr>
          <p:cNvPr id="42" name="Text 39"/>
          <p:cNvSpPr/>
          <p:nvPr/>
        </p:nvSpPr>
        <p:spPr>
          <a:xfrm>
            <a:off x="516636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B3B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623560" y="12618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provide clear or accurate answers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623560" y="14447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XL Cloud Broker-related questions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166360" y="1783080"/>
            <a:ext cx="320040" cy="320040"/>
          </a:xfrm>
          <a:prstGeom prst="ellipse">
            <a:avLst/>
          </a:prstGeom>
          <a:solidFill>
            <a:srgbClr val="FFE5E5"/>
          </a:solidFill>
          <a:ln/>
        </p:spPr>
      </p:sp>
      <p:sp>
        <p:nvSpPr>
          <p:cNvPr id="46" name="Text 43"/>
          <p:cNvSpPr/>
          <p:nvPr/>
        </p:nvSpPr>
        <p:spPr>
          <a:xfrm>
            <a:off x="5166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B3B"/>
                </a:solidFill>
              </a:rPr>
              <a:t>✗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623560" y="1764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sections in the Prompt Library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623560" y="1947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usefulness for Cloud Delivery &amp; Governance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937760" y="260604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CCC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937760" y="2606040"/>
            <a:ext cx="3931920" cy="36576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1" name="Text 48"/>
          <p:cNvSpPr/>
          <p:nvPr/>
        </p:nvSpPr>
        <p:spPr>
          <a:xfrm>
            <a:off x="493776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 AI should help us!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166360" y="3108960"/>
            <a:ext cx="274320" cy="27432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53" name="Text 50"/>
          <p:cNvSpPr/>
          <p:nvPr/>
        </p:nvSpPr>
        <p:spPr>
          <a:xfrm>
            <a:off x="516636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C54E"/>
                </a:solidFill>
              </a:rPr>
              <a:t>→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577840" y="30906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repetitive tasks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577840" y="32735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answers to frequently asked questions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166360" y="3566160"/>
            <a:ext cx="274320" cy="27432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57" name="Text 54"/>
          <p:cNvSpPr/>
          <p:nvPr/>
        </p:nvSpPr>
        <p:spPr>
          <a:xfrm>
            <a:off x="51663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C54E"/>
                </a:solidFill>
              </a:rPr>
              <a:t>→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5577840" y="3547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up access to information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577840" y="37307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 in Confluence and AXA sources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166360" y="4023360"/>
            <a:ext cx="274320" cy="27432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61" name="Text 58"/>
          <p:cNvSpPr/>
          <p:nvPr/>
        </p:nvSpPr>
        <p:spPr>
          <a:xfrm>
            <a:off x="51663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C54E"/>
                </a:solidFill>
              </a:rPr>
              <a:t>→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5577840" y="40050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operational efficiency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577840" y="4187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meetings, more productive time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pic>
        <p:nvPicPr>
          <p:cNvPr id="3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GPT: </a:t>
            </a:r>
            <a:pPr indent="0" marL="0">
              <a:buNone/>
            </a:pPr>
            <a:r>
              <a:rPr lang="en-US" sz="24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CLOUD SECTIONS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05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2743200" y="10058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sections in the Prompt Library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section for Cloud, Cloud Broker or XL Cloud Broker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IT category of Secure GPT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Teams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Delivery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prompts for cloud delivery questions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338328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Governance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290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assistance for cloud governance topics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3383280"/>
            <a:ext cx="2560320" cy="10972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383280"/>
            <a:ext cx="2560320" cy="54864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Operations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63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questions left unanswered by AI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pic>
        <p:nvPicPr>
          <p:cNvPr id="3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2697480" cy="36576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822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in Secure GPT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37160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E5E5F0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71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280160" y="137160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E5E5F0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1371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Broker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48840" y="137160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E5E5F0"/>
          </a:solidFill>
          <a:ln w="12700">
            <a:solidFill>
              <a:srgbClr val="0000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8840" y="1371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 Cloud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0100" y="1737360"/>
            <a:ext cx="0" cy="274320"/>
          </a:xfrm>
          <a:prstGeom prst="line">
            <a:avLst/>
          </a:prstGeom>
          <a:noFill/>
          <a:ln w="12700">
            <a:solidFill>
              <a:srgbClr val="00008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68780" y="1737360"/>
            <a:ext cx="0" cy="274320"/>
          </a:xfrm>
          <a:prstGeom prst="line">
            <a:avLst/>
          </a:prstGeom>
          <a:noFill/>
          <a:ln w="12700">
            <a:solidFill>
              <a:srgbClr val="0000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37460" y="1737360"/>
            <a:ext cx="0" cy="274320"/>
          </a:xfrm>
          <a:prstGeom prst="line">
            <a:avLst/>
          </a:prstGeom>
          <a:noFill/>
          <a:ln w="12700">
            <a:solidFill>
              <a:srgbClr val="0000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011680"/>
            <a:ext cx="24231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011680"/>
            <a:ext cx="2423160" cy="3200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2011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GPT Prompt Library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Cloud sections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 CB-specific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conversations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623060" y="3200400"/>
            <a:ext cx="0" cy="228600"/>
          </a:xfrm>
          <a:prstGeom prst="line">
            <a:avLst/>
          </a:prstGeom>
          <a:noFill/>
          <a:ln w="19050">
            <a:solidFill>
              <a:srgbClr val="0000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17320" y="3337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8F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31520" y="3520440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00008F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Conversations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82296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0" y="822960"/>
            <a:ext cx="2697480" cy="36576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7" name="Text 24"/>
          <p:cNvSpPr/>
          <p:nvPr/>
        </p:nvSpPr>
        <p:spPr>
          <a:xfrm>
            <a:off x="3200400" y="822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Capabilities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337560" y="141732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6"/>
          <p:cNvSpPr/>
          <p:nvPr/>
        </p:nvSpPr>
        <p:spPr>
          <a:xfrm>
            <a:off x="3337560" y="1417320"/>
            <a:ext cx="36576" cy="7772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0" name="Shape 27"/>
          <p:cNvSpPr/>
          <p:nvPr/>
        </p:nvSpPr>
        <p:spPr>
          <a:xfrm>
            <a:off x="3474720" y="1600200"/>
            <a:ext cx="365760" cy="36576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31" name="Text 28"/>
          <p:cNvSpPr/>
          <p:nvPr/>
        </p:nvSpPr>
        <p:spPr>
          <a:xfrm>
            <a:off x="34747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97764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AXA sources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9776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and other internal information sources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337560" y="237744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2"/>
          <p:cNvSpPr/>
          <p:nvPr/>
        </p:nvSpPr>
        <p:spPr>
          <a:xfrm>
            <a:off x="3337560" y="2377440"/>
            <a:ext cx="36576" cy="7772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6" name="Shape 33"/>
          <p:cNvSpPr/>
          <p:nvPr/>
        </p:nvSpPr>
        <p:spPr>
          <a:xfrm>
            <a:off x="3474720" y="2560320"/>
            <a:ext cx="365760" cy="36576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37" name="Text 34"/>
          <p:cNvSpPr/>
          <p:nvPr/>
        </p:nvSpPr>
        <p:spPr>
          <a:xfrm>
            <a:off x="34747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397764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AI model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97764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these sources with real-time search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337560" y="333756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8"/>
          <p:cNvSpPr/>
          <p:nvPr/>
        </p:nvSpPr>
        <p:spPr>
          <a:xfrm>
            <a:off x="3337560" y="3337560"/>
            <a:ext cx="36576" cy="7772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2" name="Shape 39"/>
          <p:cNvSpPr/>
          <p:nvPr/>
        </p:nvSpPr>
        <p:spPr>
          <a:xfrm>
            <a:off x="3474720" y="3520440"/>
            <a:ext cx="365760" cy="365760"/>
          </a:xfrm>
          <a:prstGeom prst="ellipse">
            <a:avLst/>
          </a:prstGeom>
          <a:solidFill>
            <a:srgbClr val="E5E5F0"/>
          </a:solidFill>
          <a:ln/>
        </p:spPr>
      </p:sp>
      <p:sp>
        <p:nvSpPr>
          <p:cNvPr id="43" name="Text 40"/>
          <p:cNvSpPr/>
          <p:nvPr/>
        </p:nvSpPr>
        <p:spPr>
          <a:xfrm>
            <a:off x="34747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9776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updates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97764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to fix and correct information on ongoing basis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126480" y="82296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8" name="Text 45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263640" y="141732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0" name="Shape 47"/>
          <p:cNvSpPr/>
          <p:nvPr/>
        </p:nvSpPr>
        <p:spPr>
          <a:xfrm>
            <a:off x="6263640" y="1417320"/>
            <a:ext cx="36576" cy="777240"/>
          </a:xfrm>
          <a:prstGeom prst="rect">
            <a:avLst/>
          </a:prstGeom>
          <a:solidFill>
            <a:srgbClr val="1CC54E"/>
          </a:solidFill>
          <a:ln/>
        </p:spPr>
      </p:sp>
      <p:sp>
        <p:nvSpPr>
          <p:cNvPr id="51" name="Shape 48"/>
          <p:cNvSpPr/>
          <p:nvPr/>
        </p:nvSpPr>
        <p:spPr>
          <a:xfrm>
            <a:off x="6400800" y="1600200"/>
            <a:ext cx="365760" cy="36576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52" name="Text 49"/>
          <p:cNvSpPr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C54E"/>
                </a:solidFill>
              </a:rPr>
              <a:t>✓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9037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user experience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90372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accurate answers for users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263640" y="237744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6" name="Shape 53"/>
          <p:cNvSpPr/>
          <p:nvPr/>
        </p:nvSpPr>
        <p:spPr>
          <a:xfrm>
            <a:off x="6263640" y="2377440"/>
            <a:ext cx="36576" cy="777240"/>
          </a:xfrm>
          <a:prstGeom prst="rect">
            <a:avLst/>
          </a:prstGeom>
          <a:solidFill>
            <a:srgbClr val="1CC54E"/>
          </a:solidFill>
          <a:ln/>
        </p:spPr>
      </p:sp>
      <p:sp>
        <p:nvSpPr>
          <p:cNvPr id="57" name="Shape 54"/>
          <p:cNvSpPr/>
          <p:nvPr/>
        </p:nvSpPr>
        <p:spPr>
          <a:xfrm>
            <a:off x="6400800" y="2560320"/>
            <a:ext cx="365760" cy="36576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58" name="Text 55"/>
          <p:cNvSpPr/>
          <p:nvPr/>
        </p:nvSpPr>
        <p:spPr>
          <a:xfrm>
            <a:off x="64008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C54E"/>
                </a:solidFill>
              </a:rPr>
              <a:t>✓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90372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accuracy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90372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access to up-to-date information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263640" y="3337560"/>
            <a:ext cx="242316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2" name="Shape 59"/>
          <p:cNvSpPr/>
          <p:nvPr/>
        </p:nvSpPr>
        <p:spPr>
          <a:xfrm>
            <a:off x="6263640" y="3337560"/>
            <a:ext cx="36576" cy="777240"/>
          </a:xfrm>
          <a:prstGeom prst="rect">
            <a:avLst/>
          </a:prstGeom>
          <a:solidFill>
            <a:srgbClr val="1CC54E"/>
          </a:solidFill>
          <a:ln/>
        </p:spPr>
      </p:sp>
      <p:sp>
        <p:nvSpPr>
          <p:cNvPr id="63" name="Shape 60"/>
          <p:cNvSpPr/>
          <p:nvPr/>
        </p:nvSpPr>
        <p:spPr>
          <a:xfrm>
            <a:off x="6400800" y="3520440"/>
            <a:ext cx="365760" cy="365760"/>
          </a:xfrm>
          <a:prstGeom prst="ellipse">
            <a:avLst/>
          </a:prstGeom>
          <a:solidFill>
            <a:srgbClr val="E5F5E5"/>
          </a:solidFill>
          <a:ln/>
        </p:spPr>
      </p:sp>
      <p:sp>
        <p:nvSpPr>
          <p:cNvPr id="64" name="Text 61"/>
          <p:cNvSpPr/>
          <p:nvPr/>
        </p:nvSpPr>
        <p:spPr>
          <a:xfrm>
            <a:off x="64008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C54E"/>
                </a:solidFill>
              </a:rPr>
              <a:t>✓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9037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69037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meetings, more efficiency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ENHANCEMENTS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00008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00008F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9728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20040" y="2377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2651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Secure GPT interface for direct access and interaction within MS Teams channels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96312" y="9144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00008F"/>
          </a:solidFill>
          <a:ln/>
        </p:spPr>
      </p:sp>
      <p:sp>
        <p:nvSpPr>
          <p:cNvPr id="13" name="Shape 10"/>
          <p:cNvSpPr/>
          <p:nvPr/>
        </p:nvSpPr>
        <p:spPr>
          <a:xfrm>
            <a:off x="2633472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2633472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00008F">
              <a:alpha val="1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633472" y="109728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2496312" y="2377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96312" y="2651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SILVA Requests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87752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 and automate the creation and processing of SILVA requests for efficiency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72584" y="9144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00008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09744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809744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00008F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809744" y="109728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🔀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4672584" y="2377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672584" y="2651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64024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generate optimized workflows based on user interactions and patterns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48856" y="914400"/>
            <a:ext cx="1993392" cy="3474720"/>
          </a:xfrm>
          <a:prstGeom prst="roundRect">
            <a:avLst>
              <a:gd name="adj" fmla="val 4587"/>
            </a:avLst>
          </a:prstGeom>
          <a:solidFill>
            <a:srgbClr val="00008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86016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986016" y="1051560"/>
            <a:ext cx="1719072" cy="1188720"/>
          </a:xfrm>
          <a:prstGeom prst="roundRect">
            <a:avLst>
              <a:gd name="adj" fmla="val 6154"/>
            </a:avLst>
          </a:prstGeom>
          <a:solidFill>
            <a:srgbClr val="00008F">
              <a:alpha val="15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986016" y="109728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🏗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6848856" y="2377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848856" y="265176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940296" y="306324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Terraform, MPI, POD and other deployment environments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axa-pptx-branding/assets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LEVEL : INTERNAL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Idea - XL CB</dc:title>
  <dc:subject>PptxGenJS Presentation</dc:subject>
  <dc:creator>AXA</dc:creator>
  <cp:lastModifiedBy>AXA</cp:lastModifiedBy>
  <cp:revision>1</cp:revision>
  <dcterms:created xsi:type="dcterms:W3CDTF">2026-02-23T15:39:21Z</dcterms:created>
  <dcterms:modified xsi:type="dcterms:W3CDTF">2026-02-23T15:39:21Z</dcterms:modified>
</cp:coreProperties>
</file>