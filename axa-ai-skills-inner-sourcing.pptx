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x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74320"/>
            <a:ext cx="1097280" cy="10972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3000000">
            <a:off x="7498080" y="-1645920"/>
            <a:ext cx="64008" cy="4572000"/>
          </a:xfrm>
          <a:prstGeom prst="rect">
            <a:avLst/>
          </a:prstGeom>
          <a:solidFill>
            <a:srgbClr val="FF1721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64592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FOR </a:t>
            </a:r>
            <a:pPr indent="0" marL="0">
              <a:buNone/>
            </a:pPr>
            <a:r>
              <a:rPr lang="en-US" sz="4200" b="1" dirty="0">
                <a:solidFill>
                  <a:srgbClr val="FF17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PRODUCTIVITY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457200" y="27432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&amp; Inner Sourcing: innovate safely at scale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February 2026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x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914400" y="25603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wants to use AI to be more productive.
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how do you do it </a:t>
            </a:r>
            <a:pPr algn="ctr" indent="0" marL="0">
              <a:buNone/>
            </a:pPr>
            <a:r>
              <a:rPr lang="en-US" sz="1800" b="1" dirty="0">
                <a:solidFill>
                  <a:srgbClr val="FF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securely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457200" y="3657600"/>
            <a:ext cx="2560320" cy="1188720"/>
          </a:xfrm>
          <a:prstGeom prst="rect">
            <a:avLst/>
          </a:prstGeom>
          <a:solidFill>
            <a:srgbClr val="00008F"/>
          </a:solidFill>
          <a:ln w="6350">
            <a:solidFill>
              <a:srgbClr val="FF1721"/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840480"/>
            <a:ext cx="320040" cy="320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05840" y="3794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Security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1005840" y="4114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of sensitive data leakage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3383280" y="3657600"/>
            <a:ext cx="2560320" cy="1188720"/>
          </a:xfrm>
          <a:prstGeom prst="rect">
            <a:avLst/>
          </a:prstGeom>
          <a:solidFill>
            <a:srgbClr val="00008F"/>
          </a:solidFill>
          <a:ln w="6350">
            <a:solidFill>
              <a:srgbClr val="FF1721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3840480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931920" y="3794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3931920" y="4114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GDPR, industry standards, governance</a:t>
            </a:r>
            <a:endParaRPr lang="en-US" sz="1000" dirty="0"/>
          </a:p>
        </p:txBody>
      </p:sp>
      <p:sp>
        <p:nvSpPr>
          <p:cNvPr id="14" name="Shape 8"/>
          <p:cNvSpPr/>
          <p:nvPr/>
        </p:nvSpPr>
        <p:spPr>
          <a:xfrm>
            <a:off x="6309360" y="3657600"/>
            <a:ext cx="2560320" cy="1188720"/>
          </a:xfrm>
          <a:prstGeom prst="rect">
            <a:avLst/>
          </a:prstGeom>
          <a:solidFill>
            <a:srgbClr val="00008F"/>
          </a:solidFill>
          <a:ln w="6350">
            <a:solidFill>
              <a:srgbClr val="FF1721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3840480"/>
            <a:ext cx="320040" cy="32004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58000" y="3794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Adoption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6858000" y="4114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deploy AI in a controlled way?</a:t>
            </a:r>
            <a:endParaRPr lang="en-US" sz="1000" dirty="0"/>
          </a:p>
        </p:txBody>
      </p:sp>
      <p:sp>
        <p:nvSpPr>
          <p:cNvPr id="18" name="Text 11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x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</a:t>
            </a:r>
            <a:pPr indent="0" marL="0">
              <a:buNone/>
            </a:pPr>
            <a:r>
              <a:rPr lang="en-US" sz="3200" b="1" dirty="0">
                <a:solidFill>
                  <a:srgbClr val="FF17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SOLUTION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914400" y="685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structured framework to leverage AI with full confidence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65760" y="1371600"/>
            <a:ext cx="2651760" cy="3017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Shape 4"/>
          <p:cNvSpPr/>
          <p:nvPr/>
        </p:nvSpPr>
        <p:spPr>
          <a:xfrm>
            <a:off x="365760" y="1371600"/>
            <a:ext cx="2651760" cy="54864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8" name="Shape 5"/>
          <p:cNvSpPr/>
          <p:nvPr/>
        </p:nvSpPr>
        <p:spPr>
          <a:xfrm>
            <a:off x="1280160" y="1645920"/>
            <a:ext cx="822960" cy="822960"/>
          </a:xfrm>
          <a:prstGeom prst="ellipse">
            <a:avLst/>
          </a:prstGeom>
          <a:solidFill>
            <a:srgbClr val="00008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8288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548640" y="3108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Reusable, validated and secure AI modules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2560320"/>
            <a:ext cx="274320" cy="27432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383280" y="1371600"/>
            <a:ext cx="2651760" cy="3017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Shape 9"/>
          <p:cNvSpPr/>
          <p:nvPr/>
        </p:nvSpPr>
        <p:spPr>
          <a:xfrm>
            <a:off x="3383280" y="1371600"/>
            <a:ext cx="2651760" cy="54864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15" name="Shape 10"/>
          <p:cNvSpPr/>
          <p:nvPr/>
        </p:nvSpPr>
        <p:spPr>
          <a:xfrm>
            <a:off x="4297680" y="1645920"/>
            <a:ext cx="822960" cy="822960"/>
          </a:xfrm>
          <a:prstGeom prst="ellipse">
            <a:avLst/>
          </a:prstGeom>
          <a:solidFill>
            <a:srgbClr val="00008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82880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566160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Inner Sourcing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3566160" y="3108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collaborative sharing of best practices</a:t>
            </a:r>
            <a:endParaRPr lang="en-US" sz="12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2560320"/>
            <a:ext cx="274320" cy="27432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6400800" y="1371600"/>
            <a:ext cx="2651760" cy="3017520"/>
          </a:xfrm>
          <a:prstGeom prst="rect">
            <a:avLst/>
          </a:prstGeom>
          <a:solidFill>
            <a:srgbClr val="E5E5F0"/>
          </a:solidFill>
          <a:ln/>
        </p:spPr>
      </p:sp>
      <p:sp>
        <p:nvSpPr>
          <p:cNvPr id="21" name="Shape 14"/>
          <p:cNvSpPr/>
          <p:nvPr/>
        </p:nvSpPr>
        <p:spPr>
          <a:xfrm>
            <a:off x="6400800" y="1371600"/>
            <a:ext cx="2651760" cy="54864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22" name="Shape 15"/>
          <p:cNvSpPr/>
          <p:nvPr/>
        </p:nvSpPr>
        <p:spPr>
          <a:xfrm>
            <a:off x="7315200" y="1645920"/>
            <a:ext cx="822960" cy="822960"/>
          </a:xfrm>
          <a:prstGeom prst="ellipse">
            <a:avLst/>
          </a:prstGeom>
          <a:solidFill>
            <a:srgbClr val="00008F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1828800"/>
            <a:ext cx="457200" cy="4572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583680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</a:t>
            </a:r>
            <a:endParaRPr lang="en-US" sz="2000" dirty="0"/>
          </a:p>
        </p:txBody>
      </p:sp>
      <p:sp>
        <p:nvSpPr>
          <p:cNvPr id="25" name="Text 17"/>
          <p:cNvSpPr/>
          <p:nvPr/>
        </p:nvSpPr>
        <p:spPr>
          <a:xfrm>
            <a:off x="6583680" y="3108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productivity with controlled governance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x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 </a:t>
            </a:r>
            <a:pPr indent="0" marL="0">
              <a:buNone/>
            </a:pPr>
            <a:r>
              <a:rPr lang="en-US" sz="3200" b="1" dirty="0">
                <a:solidFill>
                  <a:srgbClr val="FF17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</a:t>
            </a:r>
            <a:pPr indent="0" marL="0">
              <a:buNone/>
            </a:pPr>
            <a:r>
              <a:rPr lang="en-US" sz="32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914400" y="685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business instruction module that enriches AI in a controlled way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280160"/>
            <a:ext cx="4023360" cy="3474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Shape 4"/>
          <p:cNvSpPr/>
          <p:nvPr/>
        </p:nvSpPr>
        <p:spPr>
          <a:xfrm>
            <a:off x="365760" y="1280160"/>
            <a:ext cx="54864" cy="3474720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192024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Skill is a folder containing best practices, specific instructions and templates that enable AI to produce high-quality, professional outputs compliant with company standards.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3383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Examples: </a:t>
            </a:r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 Skill, DOCX Skill, PDF Skill, AXA Branding Skill...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46320" y="1463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</a:t>
            </a:r>
            <a:endParaRPr lang="en-US" sz="18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01168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2011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Consistent, professional quality</a:t>
            </a:r>
            <a:endParaRPr lang="en-US" sz="13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69748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03520" y="2697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brand guideline compliance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3832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03520" y="3383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across all teams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4069080"/>
            <a:ext cx="320040" cy="3200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303520" y="4069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and auditable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x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</a:t>
            </a:r>
            <a:pPr indent="0" marL="0">
              <a:buNone/>
            </a:pPr>
            <a:r>
              <a:rPr lang="en-US" sz="3200" b="1" dirty="0">
                <a:solidFill>
                  <a:srgbClr val="FF17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INNER SOURCING</a:t>
            </a:r>
            <a:pPr indent="0" marL="0">
              <a:buNone/>
            </a:pPr>
            <a:r>
              <a:rPr lang="en-US" sz="32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914400" y="685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Applying open-source principles inside the enterprise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280160"/>
            <a:ext cx="4023360" cy="32918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Shape 4"/>
          <p:cNvSpPr/>
          <p:nvPr/>
        </p:nvSpPr>
        <p:spPr>
          <a:xfrm>
            <a:off x="365760" y="1280160"/>
            <a:ext cx="54864" cy="3291840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Concept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187452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share their Skills internally, just like an open-source repository.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team member can: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an existing Skill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a shared Skill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and publish a new Skill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quality reviews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54880" y="1280160"/>
            <a:ext cx="4023360" cy="3291840"/>
          </a:xfrm>
          <a:prstGeom prst="rect">
            <a:avLst/>
          </a:prstGeom>
          <a:solidFill>
            <a:srgbClr val="E5E5F0"/>
          </a:solidFill>
          <a:ln/>
        </p:spPr>
      </p:sp>
      <p:sp>
        <p:nvSpPr>
          <p:cNvPr id="11" name="Shape 8"/>
          <p:cNvSpPr/>
          <p:nvPr/>
        </p:nvSpPr>
        <p:spPr>
          <a:xfrm>
            <a:off x="4754880" y="1280160"/>
            <a:ext cx="54864" cy="3291840"/>
          </a:xfrm>
          <a:prstGeom prst="rect">
            <a:avLst/>
          </a:prstGeom>
          <a:solidFill>
            <a:srgbClr val="FF1721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for AXA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029200" y="192024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effort across entities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time-to-value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AI governance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Collective skill building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traceability and compliance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x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</a:t>
            </a:r>
            <a:pPr indent="0" marL="0">
              <a:buNone/>
            </a:pPr>
            <a:r>
              <a:rPr lang="en-US" sz="3000" b="1" dirty="0">
                <a:solidFill>
                  <a:srgbClr val="FF17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VALIDATION</a:t>
            </a:r>
            <a:pPr indent="0" marL="0">
              <a:buNone/>
            </a:pPr>
            <a:r>
              <a:rPr lang="en-US" sz="30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PROCESS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14400" y="6583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dedicated team reviews every Skill before it goes live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005840" y="1143000"/>
            <a:ext cx="731520" cy="731520"/>
          </a:xfrm>
          <a:prstGeom prst="ellipse">
            <a:avLst/>
          </a:prstGeom>
          <a:solidFill>
            <a:srgbClr val="00008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32588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Created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320040" y="2423160"/>
            <a:ext cx="2103120" cy="914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6"/>
          <p:cNvSpPr/>
          <p:nvPr/>
        </p:nvSpPr>
        <p:spPr>
          <a:xfrm>
            <a:off x="411480" y="24231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team develops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Skill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1325880"/>
            <a:ext cx="182880" cy="18288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246120" y="1143000"/>
            <a:ext cx="731520" cy="731520"/>
          </a:xfrm>
          <a:prstGeom prst="ellipse">
            <a:avLst/>
          </a:prstGeom>
          <a:solidFill>
            <a:srgbClr val="FF1721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32588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560320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Review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2560320" y="2423160"/>
            <a:ext cx="2103120" cy="914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Text 10"/>
          <p:cNvSpPr/>
          <p:nvPr/>
        </p:nvSpPr>
        <p:spPr>
          <a:xfrm>
            <a:off x="2651760" y="24231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security team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audits the Skill</a:t>
            </a:r>
            <a:endParaRPr lang="en-US" sz="11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1325880"/>
            <a:ext cx="182880" cy="18288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5486400" y="1143000"/>
            <a:ext cx="731520" cy="731520"/>
          </a:xfrm>
          <a:prstGeom prst="ellipse">
            <a:avLst/>
          </a:prstGeom>
          <a:solidFill>
            <a:srgbClr val="00008F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0" y="1325880"/>
            <a:ext cx="365760" cy="36576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800600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</a:t>
            </a:r>
            <a:endParaRPr lang="en-US" sz="1300" dirty="0"/>
          </a:p>
        </p:txBody>
      </p:sp>
      <p:sp>
        <p:nvSpPr>
          <p:cNvPr id="21" name="Shape 13"/>
          <p:cNvSpPr/>
          <p:nvPr/>
        </p:nvSpPr>
        <p:spPr>
          <a:xfrm>
            <a:off x="4800600" y="2423160"/>
            <a:ext cx="2103120" cy="914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2" name="Text 14"/>
          <p:cNvSpPr/>
          <p:nvPr/>
        </p:nvSpPr>
        <p:spPr>
          <a:xfrm>
            <a:off x="4892040" y="24231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validated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 AXA policies</a:t>
            </a:r>
            <a:endParaRPr lang="en-US" sz="11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0" y="1325880"/>
            <a:ext cx="182880" cy="182880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7726680" y="1143000"/>
            <a:ext cx="731520" cy="731520"/>
          </a:xfrm>
          <a:prstGeom prst="ellipse">
            <a:avLst/>
          </a:prstGeom>
          <a:solidFill>
            <a:srgbClr val="1CC54E"/>
          </a:solidFill>
          <a:ln/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9560" y="1325880"/>
            <a:ext cx="365760" cy="36576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7040880" y="1965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</a:t>
            </a:r>
            <a:endParaRPr lang="en-US" sz="1300" dirty="0"/>
          </a:p>
        </p:txBody>
      </p:sp>
      <p:sp>
        <p:nvSpPr>
          <p:cNvPr id="27" name="Shape 17"/>
          <p:cNvSpPr/>
          <p:nvPr/>
        </p:nvSpPr>
        <p:spPr>
          <a:xfrm>
            <a:off x="7040880" y="2423160"/>
            <a:ext cx="2103120" cy="914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8" name="Text 18"/>
          <p:cNvSpPr/>
          <p:nvPr/>
        </p:nvSpPr>
        <p:spPr>
          <a:xfrm>
            <a:off x="7132320" y="24231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is live 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to all teams</a:t>
            </a:r>
            <a:endParaRPr lang="en-US" sz="1100" dirty="0"/>
          </a:p>
        </p:txBody>
      </p:sp>
      <p:sp>
        <p:nvSpPr>
          <p:cNvPr id="29" name="Shape 19"/>
          <p:cNvSpPr/>
          <p:nvPr/>
        </p:nvSpPr>
        <p:spPr>
          <a:xfrm>
            <a:off x="365760" y="3657600"/>
            <a:ext cx="8412480" cy="1005840"/>
          </a:xfrm>
          <a:prstGeom prst="rect">
            <a:avLst/>
          </a:prstGeom>
          <a:solidFill>
            <a:srgbClr val="00008F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" y="3886200"/>
            <a:ext cx="411480" cy="41148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1188720" y="374904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Skill goes live without approval. </a:t>
            </a:r>
            <a:pPr indent="0" marL="0"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security team validates data handling, compliance with AXA policies, GDPR alignment, and code safety before any Skill is published to the internal catalogue.</a:t>
            </a:r>
            <a:endParaRPr lang="en-US" sz="1400" dirty="0"/>
          </a:p>
        </p:txBody>
      </p:sp>
      <p:sp>
        <p:nvSpPr>
          <p:cNvPr id="32" name="Text 21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x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 CASE: </a:t>
            </a:r>
            <a:pPr indent="0" marL="0">
              <a:buNone/>
            </a:pPr>
            <a:r>
              <a:rPr lang="en-US" sz="2800" b="1" dirty="0">
                <a:solidFill>
                  <a:srgbClr val="FF17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PPTX AXA BRANDING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14400" y="6583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Skill automatically generates AXA-compliant presentations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097280" y="1234440"/>
            <a:ext cx="548640" cy="548640"/>
          </a:xfrm>
          <a:prstGeom prst="ellipse">
            <a:avLst/>
          </a:prstGeom>
          <a:solidFill>
            <a:srgbClr val="00008F"/>
          </a:solidFill>
          <a:ln/>
        </p:spPr>
      </p:sp>
      <p:sp>
        <p:nvSpPr>
          <p:cNvPr id="7" name="Text 4"/>
          <p:cNvSpPr/>
          <p:nvPr/>
        </p:nvSpPr>
        <p:spPr>
          <a:xfrm>
            <a:off x="109728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20040" y="1874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Request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0040" y="2286000"/>
            <a:ext cx="2103120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7"/>
          <p:cNvSpPr/>
          <p:nvPr/>
        </p:nvSpPr>
        <p:spPr>
          <a:xfrm>
            <a:off x="411480" y="23317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"Create a presentation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project X"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1325880"/>
            <a:ext cx="182880" cy="1828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337560" y="1234440"/>
            <a:ext cx="548640" cy="548640"/>
          </a:xfrm>
          <a:prstGeom prst="ellipse">
            <a:avLst/>
          </a:prstGeom>
          <a:solidFill>
            <a:srgbClr val="00008F"/>
          </a:solidFill>
          <a:ln/>
        </p:spPr>
      </p:sp>
      <p:sp>
        <p:nvSpPr>
          <p:cNvPr id="13" name="Text 9"/>
          <p:cNvSpPr/>
          <p:nvPr/>
        </p:nvSpPr>
        <p:spPr>
          <a:xfrm>
            <a:off x="333756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2560320" y="1874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Activated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2560320" y="2286000"/>
            <a:ext cx="2103120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Text 12"/>
          <p:cNvSpPr/>
          <p:nvPr/>
        </p:nvSpPr>
        <p:spPr>
          <a:xfrm>
            <a:off x="2651760" y="23317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AXA Branding Skill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loaded automatically</a:t>
            </a:r>
            <a:endParaRPr lang="en-US" sz="11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325880"/>
            <a:ext cx="182880" cy="18288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577840" y="1234440"/>
            <a:ext cx="548640" cy="548640"/>
          </a:xfrm>
          <a:prstGeom prst="ellipse">
            <a:avLst/>
          </a:prstGeom>
          <a:solidFill>
            <a:srgbClr val="FF1721"/>
          </a:solidFill>
          <a:ln/>
        </p:spPr>
      </p:sp>
      <p:sp>
        <p:nvSpPr>
          <p:cNvPr id="19" name="Text 14"/>
          <p:cNvSpPr/>
          <p:nvPr/>
        </p:nvSpPr>
        <p:spPr>
          <a:xfrm>
            <a:off x="557784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4800600" y="1874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800600" y="2286000"/>
            <a:ext cx="2103120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2" name="Text 17"/>
          <p:cNvSpPr/>
          <p:nvPr/>
        </p:nvSpPr>
        <p:spPr>
          <a:xfrm>
            <a:off x="4892040" y="23317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Colors, logo, typography,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AXA layout applied</a:t>
            </a:r>
            <a:endParaRPr lang="en-US" sz="11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325880"/>
            <a:ext cx="182880" cy="18288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7818120" y="1234440"/>
            <a:ext cx="548640" cy="548640"/>
          </a:xfrm>
          <a:prstGeom prst="ellipse">
            <a:avLst/>
          </a:prstGeom>
          <a:solidFill>
            <a:srgbClr val="1CC54E"/>
          </a:solidFill>
          <a:ln/>
        </p:spPr>
      </p:sp>
      <p:sp>
        <p:nvSpPr>
          <p:cNvPr id="25" name="Text 19"/>
          <p:cNvSpPr/>
          <p:nvPr/>
        </p:nvSpPr>
        <p:spPr>
          <a:xfrm>
            <a:off x="781812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7040880" y="1874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7040880" y="2286000"/>
            <a:ext cx="2103120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8" name="Text 22"/>
          <p:cNvSpPr/>
          <p:nvPr/>
        </p:nvSpPr>
        <p:spPr>
          <a:xfrm>
            <a:off x="7132320" y="233172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Compliant .pptx file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use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365760" y="3657600"/>
            <a:ext cx="8412480" cy="1005840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30" name="Text 24"/>
          <p:cNvSpPr/>
          <p:nvPr/>
        </p:nvSpPr>
        <p:spPr>
          <a:xfrm>
            <a:off x="548640" y="37033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Skill includes: </a:t>
            </a:r>
            <a:pPr indent="0" marL="0"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AXA palette (#00008F, #FF1721)  •  logo &amp; positioning  •  Arial/Arial Black typography  •  title/content/stats/closing layouts  •  signature red diagonal line  •  reusable code templates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x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CONCRETE </a:t>
            </a:r>
            <a:pPr indent="0" marL="0">
              <a:buNone/>
            </a:pPr>
            <a:r>
              <a:rPr lang="en-US" sz="3200" b="1" dirty="0">
                <a:solidFill>
                  <a:srgbClr val="FF17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2560320" cy="2560320"/>
          </a:xfrm>
          <a:prstGeom prst="rect">
            <a:avLst/>
          </a:prstGeom>
          <a:solidFill>
            <a:srgbClr val="00008F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13716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640080" y="2560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in deck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creation time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83280" y="1097280"/>
            <a:ext cx="2560320" cy="2560320"/>
          </a:xfrm>
          <a:prstGeom prst="rect">
            <a:avLst/>
          </a:prstGeom>
          <a:solidFill>
            <a:srgbClr val="FF1721"/>
          </a:solidFill>
          <a:ln/>
        </p:spPr>
      </p:sp>
      <p:sp>
        <p:nvSpPr>
          <p:cNvPr id="9" name="Text 6"/>
          <p:cNvSpPr/>
          <p:nvPr/>
        </p:nvSpPr>
        <p:spPr>
          <a:xfrm>
            <a:off x="3383280" y="13716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5600" dirty="0"/>
          </a:p>
        </p:txBody>
      </p:sp>
      <p:sp>
        <p:nvSpPr>
          <p:cNvPr id="10" name="Text 7"/>
          <p:cNvSpPr/>
          <p:nvPr/>
        </p:nvSpPr>
        <p:spPr>
          <a:xfrm>
            <a:off x="3566160" y="2560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branding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309360" y="1097280"/>
            <a:ext cx="2560320" cy="2560320"/>
          </a:xfrm>
          <a:prstGeom prst="rect">
            <a:avLst/>
          </a:prstGeom>
          <a:solidFill>
            <a:srgbClr val="014750"/>
          </a:solidFill>
          <a:ln/>
        </p:spPr>
      </p:sp>
      <p:sp>
        <p:nvSpPr>
          <p:cNvPr id="12" name="Text 9"/>
          <p:cNvSpPr/>
          <p:nvPr/>
        </p:nvSpPr>
        <p:spPr>
          <a:xfrm>
            <a:off x="6309360" y="13716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3x</a:t>
            </a:r>
            <a:endParaRPr lang="en-US" sz="5600" dirty="0"/>
          </a:p>
        </p:txBody>
      </p:sp>
      <p:sp>
        <p:nvSpPr>
          <p:cNvPr id="13" name="Text 10"/>
          <p:cNvSpPr/>
          <p:nvPr/>
        </p:nvSpPr>
        <p:spPr>
          <a:xfrm>
            <a:off x="6492240" y="2560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Skills shared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quarter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65760" y="3931920"/>
            <a:ext cx="841248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Shape 12"/>
          <p:cNvSpPr/>
          <p:nvPr/>
        </p:nvSpPr>
        <p:spPr>
          <a:xfrm>
            <a:off x="365760" y="3931920"/>
            <a:ext cx="54864" cy="731520"/>
          </a:xfrm>
          <a:prstGeom prst="rect">
            <a:avLst/>
          </a:prstGeom>
          <a:solidFill>
            <a:srgbClr val="FF1721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397764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+ Inner Sourcing = a secure, scalable AI ecosystem compliant with AXA requirements.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x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"/>
            <a:ext cx="502920" cy="5029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3000000">
            <a:off x="7498080" y="-1645920"/>
            <a:ext cx="64008" cy="4572000"/>
          </a:xfrm>
          <a:prstGeom prst="rect">
            <a:avLst/>
          </a:prstGeom>
          <a:solidFill>
            <a:srgbClr val="FF1721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WAY...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457200" y="20116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PRESENTATION
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WAS BUILT WITH A </a:t>
            </a:r>
            <a:pPr algn="ctr" indent="0" marL="0">
              <a:buNone/>
            </a:pPr>
            <a:r>
              <a:rPr lang="en-US" sz="4200" b="1" dirty="0">
                <a:solidFill>
                  <a:srgbClr val="FF17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</a:t>
            </a:r>
            <a:endParaRPr lang="en-US" sz="4200" dirty="0"/>
          </a:p>
        </p:txBody>
      </p:sp>
      <p:sp>
        <p:nvSpPr>
          <p:cNvPr id="7" name="Text 3"/>
          <p:cNvSpPr/>
          <p:nvPr/>
        </p:nvSpPr>
        <p:spPr>
          <a:xfrm>
            <a:off x="1371600" y="33832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AXA Branding Skill automatically applied the correct colors, logo, typography, diagonal accent line, and slide layouts you've been looking at throughout this entire deck.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371600" y="4206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1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see is what you get.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xa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457200"/>
            <a:ext cx="1554480" cy="1554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-3000000">
            <a:off x="7498080" y="-1645920"/>
            <a:ext cx="64008" cy="4572000"/>
          </a:xfrm>
          <a:prstGeom prst="rect">
            <a:avLst/>
          </a:prstGeom>
          <a:solidFill>
            <a:srgbClr val="FF1721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You Can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743200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www.axa.com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&amp; Productivity - Skills &amp; Inner Sourcing</dc:title>
  <dc:subject>PptxGenJS Presentation</dc:subject>
  <dc:creator>AXA</dc:creator>
  <cp:lastModifiedBy>AXA</cp:lastModifiedBy>
  <cp:revision>1</cp:revision>
  <dcterms:created xsi:type="dcterms:W3CDTF">2026-02-23T09:58:45Z</dcterms:created>
  <dcterms:modified xsi:type="dcterms:W3CDTF">2026-02-23T09:58:45Z</dcterms:modified>
</cp:coreProperties>
</file>