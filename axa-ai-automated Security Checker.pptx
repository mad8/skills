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59" r:id="rId6"/>
    <p:sldId id="260" r:id="rId7"/>
    <p:sldId id="267" r:id="rId8"/>
    <p:sldId id="268" r:id="rId9"/>
    <p:sldId id="261" r:id="rId10"/>
    <p:sldId id="262" r:id="rId11"/>
    <p:sldId id="269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779" autoAdjust="0"/>
  </p:normalViewPr>
  <p:slideViewPr>
    <p:cSldViewPr snapToGrid="0" snapToObjects="1">
      <p:cViewPr varScale="1">
        <p:scale>
          <a:sx n="135" d="100"/>
          <a:sy n="135" d="100"/>
        </p:scale>
        <p:origin x="17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1"/>
          <c:order val="0"/>
          <c:tx>
            <c:strRef>
              <c:f>Feuil1!$B$1</c:f>
              <c:strCache>
                <c:ptCount val="1"/>
                <c:pt idx="0">
                  <c:v>Intelligent Ingestion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1.8736577931020425E-2"/>
                  <c:y val="0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03350695627312"/>
                      <c:h val="5.556865157480314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9F7B-400E-B219-CB75B2C692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Lit>
              <c:formatCode>General</c:formatCode>
              <c:ptCount val="1"/>
              <c:pt idx="0">
                <c:v>40</c:v>
              </c:pt>
            </c:numLit>
          </c:cat>
          <c:val>
            <c:numRef>
              <c:f>Feuil1!$B$2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F7B-400E-B219-CB75B2C69229}"/>
            </c:ext>
          </c:extLst>
        </c:ser>
        <c:ser>
          <c:idx val="0"/>
          <c:order val="1"/>
          <c:tx>
            <c:strRef>
              <c:f>Feuil1!$C$1</c:f>
              <c:strCache>
                <c:ptCount val="1"/>
                <c:pt idx="0">
                  <c:v>Automated Prioritization</c:v>
                </c:pt>
              </c:strCache>
            </c:strRef>
          </c:tx>
          <c:spPr>
            <a:solidFill>
              <a:schemeClr val="accent1">
                <a:tint val="54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4.2583131661410055E-2"/>
                  <c:y val="-9.3748769685039375E-3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352493373125875"/>
                      <c:h val="0.1016707677165354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9F7B-400E-B219-CB75B2C692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Lit>
              <c:formatCode>General</c:formatCode>
              <c:ptCount val="1"/>
              <c:pt idx="0">
                <c:v>40</c:v>
              </c:pt>
            </c:numLit>
          </c:cat>
          <c:val>
            <c:numRef>
              <c:f>Feuil1!$C$2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9F7B-400E-B219-CB75B2C69229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Technical Analysis Prioritization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3.7473155862040849E-2"/>
                  <c:y val="-6.2498769685039373E-3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215680678282897"/>
                      <c:h val="0.1016707677165354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9F7B-400E-B219-CB75B2C692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Lit>
              <c:formatCode>General</c:formatCode>
              <c:ptCount val="1"/>
              <c:pt idx="0">
                <c:v>40</c:v>
              </c:pt>
            </c:numLit>
          </c:cat>
          <c:val>
            <c:numRef>
              <c:f>Feuil1!$D$2</c:f>
              <c:numCache>
                <c:formatCode>General</c:formatCode>
                <c:ptCount val="1"/>
                <c:pt idx="0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F7B-400E-B219-CB75B2C69229}"/>
            </c:ext>
          </c:extLst>
        </c:ser>
        <c:ser>
          <c:idx val="3"/>
          <c:order val="3"/>
          <c:tx>
            <c:strRef>
              <c:f>Feuil1!$E$1</c:f>
              <c:strCache>
                <c:ptCount val="1"/>
                <c:pt idx="0">
                  <c:v>Remediation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7253204263302373E-2"/>
                  <c:y val="-1.5625000000000059E-2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F7B-400E-B219-CB75B2C692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Lit>
              <c:formatCode>General</c:formatCode>
              <c:ptCount val="1"/>
              <c:pt idx="0">
                <c:v>40</c:v>
              </c:pt>
            </c:numLit>
          </c:cat>
          <c:val>
            <c:numRef>
              <c:f>Feuil1!$E$2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9F7B-400E-B219-CB75B2C69229}"/>
            </c:ext>
          </c:extLst>
        </c:ser>
        <c:ser>
          <c:idx val="4"/>
          <c:order val="4"/>
          <c:tx>
            <c:v>Colonne5</c:v>
          </c:tx>
          <c:spPr>
            <a:solidFill>
              <a:schemeClr val="accent1">
                <a:shade val="53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7253204263302435E-2"/>
                  <c:y val="-1.5625000000000059E-2"/>
                </c:manualLayout>
              </c:layout>
              <c:tx>
                <c:rich>
                  <a:bodyPr/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Follow-up &amp; Documentation</a:t>
                    </a:r>
                  </a:p>
                </c:rich>
              </c:tx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9F7B-400E-B219-CB75B2C692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Lit>
              <c:formatCode>General</c:formatCode>
              <c:ptCount val="1"/>
              <c:pt idx="0">
                <c:v>40</c:v>
              </c:pt>
            </c:numLit>
          </c:cat>
          <c:val>
            <c:numLit>
              <c:formatCode>General</c:formatCode>
              <c:ptCount val="1"/>
              <c:pt idx="0">
                <c:v>100</c:v>
              </c:pt>
            </c:numLit>
          </c:val>
          <c:extLst>
            <c:ext xmlns:c16="http://schemas.microsoft.com/office/drawing/2014/chart" uri="{C3380CC4-5D6E-409C-BE32-E72D297353CC}">
              <c16:uniqueId val="{00000010-9F7B-400E-B219-CB75B2C692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187656408"/>
        <c:axId val="1187662528"/>
        <c:axId val="0"/>
      </c:bar3DChart>
      <c:catAx>
        <c:axId val="11876564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87662528"/>
        <c:crosses val="autoZero"/>
        <c:auto val="1"/>
        <c:lblAlgn val="ctr"/>
        <c:lblOffset val="100"/>
        <c:noMultiLvlLbl val="0"/>
      </c:catAx>
      <c:valAx>
        <c:axId val="118766252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87656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1D0E54-8246-44BC-AC68-8146AB58B290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8AA5FDB-B087-4DDB-9B03-8AA515ACC06F}">
      <dgm:prSet phldrT="[Texte]" custT="1"/>
      <dgm:spPr>
        <a:noFill/>
        <a:ln>
          <a:noFill/>
        </a:ln>
        <a:effectLst/>
      </dgm:spPr>
      <dgm:t>
        <a:bodyPr spcFirstLastPara="0" vert="horz" wrap="square" lIns="16510" tIns="16510" rIns="16510" bIns="16510" numCol="1" spcCol="1270" anchor="ctr" anchorCtr="0"/>
        <a:lstStyle/>
        <a:p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Deciding</a:t>
          </a:r>
          <a:endParaRPr lang="fr-FR" sz="1300" kern="1200" dirty="0">
            <a:solidFill>
              <a:srgbClr val="00206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C8582019-F704-48A7-A883-05580EBBE67D}" type="parTrans" cxnId="{C1A696E8-9256-4421-9DA7-BBDFBA11861A}">
      <dgm:prSet/>
      <dgm:spPr/>
      <dgm:t>
        <a:bodyPr/>
        <a:lstStyle/>
        <a:p>
          <a:endParaRPr lang="fr-FR"/>
        </a:p>
      </dgm:t>
    </dgm:pt>
    <dgm:pt modelId="{05EC2DFA-D1A8-4EDF-B181-32557B7A8FE7}" type="sibTrans" cxnId="{C1A696E8-9256-4421-9DA7-BBDFBA11861A}">
      <dgm:prSet/>
      <dgm:spPr>
        <a:solidFill>
          <a:srgbClr val="002060"/>
        </a:solidFill>
      </dgm:spPr>
      <dgm:t>
        <a:bodyPr/>
        <a:lstStyle/>
        <a:p>
          <a:endParaRPr lang="fr-FR"/>
        </a:p>
      </dgm:t>
    </dgm:pt>
    <dgm:pt modelId="{A84C03F8-773E-4D0B-9016-D18C781B2865}">
      <dgm:prSet phldrT="[Texte]" custT="1"/>
      <dgm:spPr>
        <a:noFill/>
        <a:ln>
          <a:noFill/>
        </a:ln>
        <a:effectLst/>
      </dgm:spPr>
      <dgm:t>
        <a:bodyPr spcFirstLastPara="0" vert="horz" wrap="square" lIns="16510" tIns="16510" rIns="16510" bIns="16510" numCol="1" spcCol="1270" anchor="ctr" anchorCtr="0"/>
        <a:lstStyle/>
        <a:p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Understanding</a:t>
          </a:r>
          <a:r>
            <a:rPr lang="fr-FR" sz="1300" kern="1200" dirty="0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the business </a:t>
          </a:r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context</a:t>
          </a:r>
          <a:endParaRPr lang="fr-FR" sz="1300" kern="1200" dirty="0">
            <a:solidFill>
              <a:srgbClr val="00206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CEEBEFA8-6040-45FF-B0FC-7C505745C4CC}" type="parTrans" cxnId="{3871B724-057D-4399-8536-BFA8746FD14F}">
      <dgm:prSet/>
      <dgm:spPr/>
      <dgm:t>
        <a:bodyPr/>
        <a:lstStyle/>
        <a:p>
          <a:endParaRPr lang="fr-FR"/>
        </a:p>
      </dgm:t>
    </dgm:pt>
    <dgm:pt modelId="{D814028A-FA23-4F48-A249-B000E5329773}" type="sibTrans" cxnId="{3871B724-057D-4399-8536-BFA8746FD14F}">
      <dgm:prSet/>
      <dgm:spPr>
        <a:solidFill>
          <a:srgbClr val="002060"/>
        </a:solidFill>
      </dgm:spPr>
      <dgm:t>
        <a:bodyPr/>
        <a:lstStyle/>
        <a:p>
          <a:endParaRPr lang="fr-FR"/>
        </a:p>
      </dgm:t>
    </dgm:pt>
    <dgm:pt modelId="{90D45AE0-F5FA-4EC2-A2DD-94B08F109057}">
      <dgm:prSet phldrT="[Texte]" custT="1"/>
      <dgm:spPr/>
      <dgm:t>
        <a:bodyPr/>
        <a:lstStyle/>
        <a:p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Performing</a:t>
          </a:r>
          <a:r>
            <a:rPr lang="fr-FR" sz="1300" kern="1200" dirty="0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</a:t>
          </a:r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critical</a:t>
          </a:r>
          <a:r>
            <a:rPr lang="fr-FR" sz="1300" kern="1200" dirty="0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changes</a:t>
          </a:r>
        </a:p>
      </dgm:t>
    </dgm:pt>
    <dgm:pt modelId="{3AC2140F-4541-4A75-AF53-098074D6D787}" type="parTrans" cxnId="{2EB10DCC-F20C-4EA0-8978-2E0ACD061ABF}">
      <dgm:prSet/>
      <dgm:spPr/>
      <dgm:t>
        <a:bodyPr/>
        <a:lstStyle/>
        <a:p>
          <a:endParaRPr lang="fr-FR"/>
        </a:p>
      </dgm:t>
    </dgm:pt>
    <dgm:pt modelId="{25F0B9E8-D4B9-4BB2-A506-21B34E37A4EB}" type="sibTrans" cxnId="{2EB10DCC-F20C-4EA0-8978-2E0ACD061ABF}">
      <dgm:prSet/>
      <dgm:spPr>
        <a:solidFill>
          <a:srgbClr val="002060"/>
        </a:solidFill>
      </dgm:spPr>
      <dgm:t>
        <a:bodyPr/>
        <a:lstStyle/>
        <a:p>
          <a:endParaRPr lang="fr-FR"/>
        </a:p>
      </dgm:t>
    </dgm:pt>
    <dgm:pt modelId="{7B82B577-4CEE-47B3-BBF0-D78BD31E6A58}">
      <dgm:prSet phldrT="[Texte]" custT="1"/>
      <dgm:spPr>
        <a:noFill/>
        <a:ln>
          <a:noFill/>
        </a:ln>
        <a:effectLst/>
      </dgm:spPr>
      <dgm:t>
        <a:bodyPr spcFirstLastPara="0" vert="horz" wrap="square" lIns="16510" tIns="16510" rIns="16510" bIns="16510" numCol="1" spcCol="1270" anchor="ctr" anchorCtr="0"/>
        <a:lstStyle/>
        <a:p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Managing</a:t>
          </a:r>
          <a:r>
            <a:rPr lang="fr-FR" sz="1300" kern="1200" dirty="0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exemptions</a:t>
          </a:r>
        </a:p>
      </dgm:t>
    </dgm:pt>
    <dgm:pt modelId="{40D9221D-8D93-4BF0-B431-4029E119CCF2}" type="parTrans" cxnId="{4BE78E2B-9FA6-4276-BED4-2D9BA624CE29}">
      <dgm:prSet/>
      <dgm:spPr/>
      <dgm:t>
        <a:bodyPr/>
        <a:lstStyle/>
        <a:p>
          <a:endParaRPr lang="fr-FR"/>
        </a:p>
      </dgm:t>
    </dgm:pt>
    <dgm:pt modelId="{933459CC-491B-430A-BF5E-B964FF0DA336}" type="sibTrans" cxnId="{4BE78E2B-9FA6-4276-BED4-2D9BA624CE29}">
      <dgm:prSet/>
      <dgm:spPr>
        <a:solidFill>
          <a:srgbClr val="002060"/>
        </a:solidFill>
      </dgm:spPr>
      <dgm:t>
        <a:bodyPr/>
        <a:lstStyle/>
        <a:p>
          <a:endParaRPr lang="fr-FR"/>
        </a:p>
      </dgm:t>
    </dgm:pt>
    <dgm:pt modelId="{A9C359C3-8D84-4A1B-B8CB-D6EF48B60990}">
      <dgm:prSet phldrT="[Texte]" custT="1"/>
      <dgm:spPr/>
      <dgm:t>
        <a:bodyPr/>
        <a:lstStyle/>
        <a:p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Validating</a:t>
          </a:r>
          <a:endParaRPr lang="fr-FR" sz="1300" kern="1200" dirty="0">
            <a:solidFill>
              <a:srgbClr val="00206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834A17EF-A808-4FBC-9E92-4D6785066F48}" type="parTrans" cxnId="{1FED2925-487F-4868-BCCF-90769C028A2E}">
      <dgm:prSet/>
      <dgm:spPr/>
      <dgm:t>
        <a:bodyPr/>
        <a:lstStyle/>
        <a:p>
          <a:endParaRPr lang="fr-FR"/>
        </a:p>
      </dgm:t>
    </dgm:pt>
    <dgm:pt modelId="{A8BC513C-4938-4834-9A6A-455C1B08A61B}" type="sibTrans" cxnId="{1FED2925-487F-4868-BCCF-90769C028A2E}">
      <dgm:prSet/>
      <dgm:spPr>
        <a:solidFill>
          <a:srgbClr val="002060"/>
        </a:solidFill>
      </dgm:spPr>
      <dgm:t>
        <a:bodyPr/>
        <a:lstStyle/>
        <a:p>
          <a:endParaRPr lang="fr-FR"/>
        </a:p>
      </dgm:t>
    </dgm:pt>
    <dgm:pt modelId="{2BF72FD4-F678-4BFA-9732-98EE4ECC7F0B}">
      <dgm:prSet phldrT="[Texte]" custT="1"/>
      <dgm:spPr/>
      <dgm:t>
        <a:bodyPr/>
        <a:lstStyle/>
        <a:p>
          <a:r>
            <a:rPr lang="fr-FR" sz="13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Steering</a:t>
          </a:r>
          <a:r>
            <a:rPr lang="fr-FR" sz="13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the </a:t>
          </a:r>
          <a:r>
            <a:rPr lang="fr-FR" sz="13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strategy</a:t>
          </a:r>
          <a:endParaRPr lang="fr-FR" sz="1300" dirty="0">
            <a:solidFill>
              <a:srgbClr val="00206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FE0501-CEEF-47CC-9946-028C962C232F}" type="parTrans" cxnId="{8F86208C-9D4D-4BBA-8C0D-7ABA950A4330}">
      <dgm:prSet/>
      <dgm:spPr/>
      <dgm:t>
        <a:bodyPr/>
        <a:lstStyle/>
        <a:p>
          <a:endParaRPr lang="fr-FR"/>
        </a:p>
      </dgm:t>
    </dgm:pt>
    <dgm:pt modelId="{19BCCA2F-84F2-4F2E-BBAA-B6E766A66B8F}" type="sibTrans" cxnId="{8F86208C-9D4D-4BBA-8C0D-7ABA950A4330}">
      <dgm:prSet/>
      <dgm:spPr>
        <a:solidFill>
          <a:srgbClr val="002060"/>
        </a:solidFill>
      </dgm:spPr>
      <dgm:t>
        <a:bodyPr/>
        <a:lstStyle/>
        <a:p>
          <a:endParaRPr lang="fr-FR"/>
        </a:p>
      </dgm:t>
    </dgm:pt>
    <dgm:pt modelId="{1518B7DA-795A-4132-823D-6F8690B92608}" type="pres">
      <dgm:prSet presAssocID="{691D0E54-8246-44BC-AC68-8146AB58B290}" presName="cycle" presStyleCnt="0">
        <dgm:presLayoutVars>
          <dgm:dir/>
          <dgm:resizeHandles val="exact"/>
        </dgm:presLayoutVars>
      </dgm:prSet>
      <dgm:spPr/>
    </dgm:pt>
    <dgm:pt modelId="{EE96DDCD-C60E-4501-BA59-FCA4F8985729}" type="pres">
      <dgm:prSet presAssocID="{18AA5FDB-B087-4DDB-9B03-8AA515ACC06F}" presName="dummy" presStyleCnt="0"/>
      <dgm:spPr/>
    </dgm:pt>
    <dgm:pt modelId="{11110E1D-5532-4F3A-948D-D2763BF8FABA}" type="pres">
      <dgm:prSet presAssocID="{18AA5FDB-B087-4DDB-9B03-8AA515ACC06F}" presName="node" presStyleLbl="revTx" presStyleIdx="0" presStyleCnt="6">
        <dgm:presLayoutVars>
          <dgm:bulletEnabled val="1"/>
        </dgm:presLayoutVars>
      </dgm:prSet>
      <dgm:spPr>
        <a:xfrm>
          <a:off x="3560197" y="10416"/>
          <a:ext cx="830460" cy="830460"/>
        </a:xfrm>
        <a:prstGeom prst="rect">
          <a:avLst/>
        </a:prstGeom>
      </dgm:spPr>
    </dgm:pt>
    <dgm:pt modelId="{F40EDE1E-3B49-4703-A683-61FA954FFDD9}" type="pres">
      <dgm:prSet presAssocID="{05EC2DFA-D1A8-4EDF-B181-32557B7A8FE7}" presName="sibTrans" presStyleLbl="node1" presStyleIdx="0" presStyleCnt="6"/>
      <dgm:spPr/>
    </dgm:pt>
    <dgm:pt modelId="{3DAABD4E-56C7-4D2C-801C-DA09A96AC621}" type="pres">
      <dgm:prSet presAssocID="{A84C03F8-773E-4D0B-9016-D18C781B2865}" presName="dummy" presStyleCnt="0"/>
      <dgm:spPr/>
    </dgm:pt>
    <dgm:pt modelId="{E05A75B9-45FB-428C-A7B2-1FE0F1E19358}" type="pres">
      <dgm:prSet presAssocID="{A84C03F8-773E-4D0B-9016-D18C781B2865}" presName="node" presStyleLbl="revTx" presStyleIdx="1" presStyleCnt="6" custScaleX="140697">
        <dgm:presLayoutVars>
          <dgm:bulletEnabled val="1"/>
        </dgm:presLayoutVars>
      </dgm:prSet>
      <dgm:spPr>
        <a:xfrm>
          <a:off x="4487625" y="1616769"/>
          <a:ext cx="830460" cy="830460"/>
        </a:xfrm>
        <a:prstGeom prst="rect">
          <a:avLst/>
        </a:prstGeom>
      </dgm:spPr>
    </dgm:pt>
    <dgm:pt modelId="{08E5E2C4-AD64-4916-B3EF-24754AAFD12B}" type="pres">
      <dgm:prSet presAssocID="{D814028A-FA23-4F48-A249-B000E5329773}" presName="sibTrans" presStyleLbl="node1" presStyleIdx="1" presStyleCnt="6"/>
      <dgm:spPr/>
    </dgm:pt>
    <dgm:pt modelId="{072FE211-3D58-4D26-8C3D-FBDB73EA2C1C}" type="pres">
      <dgm:prSet presAssocID="{90D45AE0-F5FA-4EC2-A2DD-94B08F109057}" presName="dummy" presStyleCnt="0"/>
      <dgm:spPr/>
    </dgm:pt>
    <dgm:pt modelId="{C81E647E-FC93-457F-BBC8-CADA34E530B7}" type="pres">
      <dgm:prSet presAssocID="{90D45AE0-F5FA-4EC2-A2DD-94B08F109057}" presName="node" presStyleLbl="revTx" presStyleIdx="2" presStyleCnt="6" custScaleX="102183">
        <dgm:presLayoutVars>
          <dgm:bulletEnabled val="1"/>
        </dgm:presLayoutVars>
      </dgm:prSet>
      <dgm:spPr/>
    </dgm:pt>
    <dgm:pt modelId="{9B5D5553-5508-4E2D-8483-49757BD5BF41}" type="pres">
      <dgm:prSet presAssocID="{25F0B9E8-D4B9-4BB2-A506-21B34E37A4EB}" presName="sibTrans" presStyleLbl="node1" presStyleIdx="2" presStyleCnt="6"/>
      <dgm:spPr/>
    </dgm:pt>
    <dgm:pt modelId="{75E60675-E0B5-4926-A988-8578E9810234}" type="pres">
      <dgm:prSet presAssocID="{7B82B577-4CEE-47B3-BBF0-D78BD31E6A58}" presName="dummy" presStyleCnt="0"/>
      <dgm:spPr/>
    </dgm:pt>
    <dgm:pt modelId="{F65D6603-24DB-4362-AF08-A6065CBBF5D0}" type="pres">
      <dgm:prSet presAssocID="{7B82B577-4CEE-47B3-BBF0-D78BD31E6A58}" presName="node" presStyleLbl="revTx" presStyleIdx="3" presStyleCnt="6" custScaleX="112048">
        <dgm:presLayoutVars>
          <dgm:bulletEnabled val="1"/>
        </dgm:presLayoutVars>
      </dgm:prSet>
      <dgm:spPr>
        <a:xfrm>
          <a:off x="1705341" y="3223122"/>
          <a:ext cx="830460" cy="830460"/>
        </a:xfrm>
        <a:prstGeom prst="rect">
          <a:avLst/>
        </a:prstGeom>
      </dgm:spPr>
    </dgm:pt>
    <dgm:pt modelId="{D3AADA78-FB69-4F61-9221-BB8E14EA0583}" type="pres">
      <dgm:prSet presAssocID="{933459CC-491B-430A-BF5E-B964FF0DA336}" presName="sibTrans" presStyleLbl="node1" presStyleIdx="3" presStyleCnt="6"/>
      <dgm:spPr/>
    </dgm:pt>
    <dgm:pt modelId="{3B571A81-9C0B-449F-B149-182D6235F06D}" type="pres">
      <dgm:prSet presAssocID="{2BF72FD4-F678-4BFA-9732-98EE4ECC7F0B}" presName="dummy" presStyleCnt="0"/>
      <dgm:spPr/>
    </dgm:pt>
    <dgm:pt modelId="{C6619DC9-9EDF-495D-81A6-A81D547E0D31}" type="pres">
      <dgm:prSet presAssocID="{2BF72FD4-F678-4BFA-9732-98EE4ECC7F0B}" presName="node" presStyleLbl="revTx" presStyleIdx="4" presStyleCnt="6">
        <dgm:presLayoutVars>
          <dgm:bulletEnabled val="1"/>
        </dgm:presLayoutVars>
      </dgm:prSet>
      <dgm:spPr/>
    </dgm:pt>
    <dgm:pt modelId="{76C15C23-F5E8-4FBC-8BFA-DD119D0972F9}" type="pres">
      <dgm:prSet presAssocID="{19BCCA2F-84F2-4F2E-BBAA-B6E766A66B8F}" presName="sibTrans" presStyleLbl="node1" presStyleIdx="4" presStyleCnt="6"/>
      <dgm:spPr/>
    </dgm:pt>
    <dgm:pt modelId="{6FFC99CB-7A18-4BCC-8F2F-1BDDD10392E4}" type="pres">
      <dgm:prSet presAssocID="{A9C359C3-8D84-4A1B-B8CB-D6EF48B60990}" presName="dummy" presStyleCnt="0"/>
      <dgm:spPr/>
    </dgm:pt>
    <dgm:pt modelId="{6C20A426-D046-4964-8CFB-73482C4B51F9}" type="pres">
      <dgm:prSet presAssocID="{A9C359C3-8D84-4A1B-B8CB-D6EF48B60990}" presName="node" presStyleLbl="revTx" presStyleIdx="5" presStyleCnt="6">
        <dgm:presLayoutVars>
          <dgm:bulletEnabled val="1"/>
        </dgm:presLayoutVars>
      </dgm:prSet>
      <dgm:spPr/>
    </dgm:pt>
    <dgm:pt modelId="{2B7F0376-EB7D-49EC-B160-28E6913F265D}" type="pres">
      <dgm:prSet presAssocID="{A8BC513C-4938-4834-9A6A-455C1B08A61B}" presName="sibTrans" presStyleLbl="node1" presStyleIdx="5" presStyleCnt="6"/>
      <dgm:spPr/>
    </dgm:pt>
  </dgm:ptLst>
  <dgm:cxnLst>
    <dgm:cxn modelId="{3871B724-057D-4399-8536-BFA8746FD14F}" srcId="{691D0E54-8246-44BC-AC68-8146AB58B290}" destId="{A84C03F8-773E-4D0B-9016-D18C781B2865}" srcOrd="1" destOrd="0" parTransId="{CEEBEFA8-6040-45FF-B0FC-7C505745C4CC}" sibTransId="{D814028A-FA23-4F48-A249-B000E5329773}"/>
    <dgm:cxn modelId="{1FED2925-487F-4868-BCCF-90769C028A2E}" srcId="{691D0E54-8246-44BC-AC68-8146AB58B290}" destId="{A9C359C3-8D84-4A1B-B8CB-D6EF48B60990}" srcOrd="5" destOrd="0" parTransId="{834A17EF-A808-4FBC-9E92-4D6785066F48}" sibTransId="{A8BC513C-4938-4834-9A6A-455C1B08A61B}"/>
    <dgm:cxn modelId="{4BE78E2B-9FA6-4276-BED4-2D9BA624CE29}" srcId="{691D0E54-8246-44BC-AC68-8146AB58B290}" destId="{7B82B577-4CEE-47B3-BBF0-D78BD31E6A58}" srcOrd="3" destOrd="0" parTransId="{40D9221D-8D93-4BF0-B431-4029E119CCF2}" sibTransId="{933459CC-491B-430A-BF5E-B964FF0DA336}"/>
    <dgm:cxn modelId="{80F20F60-5370-461A-9A6A-54CD4D45E4B9}" type="presOf" srcId="{2BF72FD4-F678-4BFA-9732-98EE4ECC7F0B}" destId="{C6619DC9-9EDF-495D-81A6-A81D547E0D31}" srcOrd="0" destOrd="0" presId="urn:microsoft.com/office/officeart/2005/8/layout/cycle1"/>
    <dgm:cxn modelId="{FD687760-027A-408C-893D-27C40C410AB9}" type="presOf" srcId="{A9C359C3-8D84-4A1B-B8CB-D6EF48B60990}" destId="{6C20A426-D046-4964-8CFB-73482C4B51F9}" srcOrd="0" destOrd="0" presId="urn:microsoft.com/office/officeart/2005/8/layout/cycle1"/>
    <dgm:cxn modelId="{AD1DD868-105C-40A9-B046-134529B74E9C}" type="presOf" srcId="{19BCCA2F-84F2-4F2E-BBAA-B6E766A66B8F}" destId="{76C15C23-F5E8-4FBC-8BFA-DD119D0972F9}" srcOrd="0" destOrd="0" presId="urn:microsoft.com/office/officeart/2005/8/layout/cycle1"/>
    <dgm:cxn modelId="{1E40436C-8427-466D-9293-B231C36DF1B8}" type="presOf" srcId="{D814028A-FA23-4F48-A249-B000E5329773}" destId="{08E5E2C4-AD64-4916-B3EF-24754AAFD12B}" srcOrd="0" destOrd="0" presId="urn:microsoft.com/office/officeart/2005/8/layout/cycle1"/>
    <dgm:cxn modelId="{183C6B4C-D90A-4D57-99E3-F98351012E22}" type="presOf" srcId="{7B82B577-4CEE-47B3-BBF0-D78BD31E6A58}" destId="{F65D6603-24DB-4362-AF08-A6065CBBF5D0}" srcOrd="0" destOrd="0" presId="urn:microsoft.com/office/officeart/2005/8/layout/cycle1"/>
    <dgm:cxn modelId="{DAFFAA56-10E4-4391-80E9-1FF0E53F54A3}" type="presOf" srcId="{25F0B9E8-D4B9-4BB2-A506-21B34E37A4EB}" destId="{9B5D5553-5508-4E2D-8483-49757BD5BF41}" srcOrd="0" destOrd="0" presId="urn:microsoft.com/office/officeart/2005/8/layout/cycle1"/>
    <dgm:cxn modelId="{63404659-406E-40D5-B3FF-E41D28753DDE}" type="presOf" srcId="{A84C03F8-773E-4D0B-9016-D18C781B2865}" destId="{E05A75B9-45FB-428C-A7B2-1FE0F1E19358}" srcOrd="0" destOrd="0" presId="urn:microsoft.com/office/officeart/2005/8/layout/cycle1"/>
    <dgm:cxn modelId="{8F86208C-9D4D-4BBA-8C0D-7ABA950A4330}" srcId="{691D0E54-8246-44BC-AC68-8146AB58B290}" destId="{2BF72FD4-F678-4BFA-9732-98EE4ECC7F0B}" srcOrd="4" destOrd="0" parTransId="{B2FE0501-CEEF-47CC-9946-028C962C232F}" sibTransId="{19BCCA2F-84F2-4F2E-BBAA-B6E766A66B8F}"/>
    <dgm:cxn modelId="{55210793-E562-43AD-BAC6-463F1E3F1821}" type="presOf" srcId="{691D0E54-8246-44BC-AC68-8146AB58B290}" destId="{1518B7DA-795A-4132-823D-6F8690B92608}" srcOrd="0" destOrd="0" presId="urn:microsoft.com/office/officeart/2005/8/layout/cycle1"/>
    <dgm:cxn modelId="{47043F97-65E7-49A2-824B-09DC35403ED9}" type="presOf" srcId="{933459CC-491B-430A-BF5E-B964FF0DA336}" destId="{D3AADA78-FB69-4F61-9221-BB8E14EA0583}" srcOrd="0" destOrd="0" presId="urn:microsoft.com/office/officeart/2005/8/layout/cycle1"/>
    <dgm:cxn modelId="{55C210A4-304D-4FC6-90FA-7CA0FCD5C5BA}" type="presOf" srcId="{A8BC513C-4938-4834-9A6A-455C1B08A61B}" destId="{2B7F0376-EB7D-49EC-B160-28E6913F265D}" srcOrd="0" destOrd="0" presId="urn:microsoft.com/office/officeart/2005/8/layout/cycle1"/>
    <dgm:cxn modelId="{4261CFA6-4FAB-42C3-921D-2A19B764E57D}" type="presOf" srcId="{90D45AE0-F5FA-4EC2-A2DD-94B08F109057}" destId="{C81E647E-FC93-457F-BBC8-CADA34E530B7}" srcOrd="0" destOrd="0" presId="urn:microsoft.com/office/officeart/2005/8/layout/cycle1"/>
    <dgm:cxn modelId="{2EB10DCC-F20C-4EA0-8978-2E0ACD061ABF}" srcId="{691D0E54-8246-44BC-AC68-8146AB58B290}" destId="{90D45AE0-F5FA-4EC2-A2DD-94B08F109057}" srcOrd="2" destOrd="0" parTransId="{3AC2140F-4541-4A75-AF53-098074D6D787}" sibTransId="{25F0B9E8-D4B9-4BB2-A506-21B34E37A4EB}"/>
    <dgm:cxn modelId="{C48D1FDC-CCF6-4347-BFC0-F9EF0EC2D9C3}" type="presOf" srcId="{05EC2DFA-D1A8-4EDF-B181-32557B7A8FE7}" destId="{F40EDE1E-3B49-4703-A683-61FA954FFDD9}" srcOrd="0" destOrd="0" presId="urn:microsoft.com/office/officeart/2005/8/layout/cycle1"/>
    <dgm:cxn modelId="{C1A696E8-9256-4421-9DA7-BBDFBA11861A}" srcId="{691D0E54-8246-44BC-AC68-8146AB58B290}" destId="{18AA5FDB-B087-4DDB-9B03-8AA515ACC06F}" srcOrd="0" destOrd="0" parTransId="{C8582019-F704-48A7-A883-05580EBBE67D}" sibTransId="{05EC2DFA-D1A8-4EDF-B181-32557B7A8FE7}"/>
    <dgm:cxn modelId="{4FA7B0F5-CED3-48B8-B6AB-FA1D287D0DC8}" type="presOf" srcId="{18AA5FDB-B087-4DDB-9B03-8AA515ACC06F}" destId="{11110E1D-5532-4F3A-948D-D2763BF8FABA}" srcOrd="0" destOrd="0" presId="urn:microsoft.com/office/officeart/2005/8/layout/cycle1"/>
    <dgm:cxn modelId="{C7A69F5F-3C07-4EC9-BBA5-7D7FD2BCC9C0}" type="presParOf" srcId="{1518B7DA-795A-4132-823D-6F8690B92608}" destId="{EE96DDCD-C60E-4501-BA59-FCA4F8985729}" srcOrd="0" destOrd="0" presId="urn:microsoft.com/office/officeart/2005/8/layout/cycle1"/>
    <dgm:cxn modelId="{28265166-8BBB-4C4B-8362-5851773AB02D}" type="presParOf" srcId="{1518B7DA-795A-4132-823D-6F8690B92608}" destId="{11110E1D-5532-4F3A-948D-D2763BF8FABA}" srcOrd="1" destOrd="0" presId="urn:microsoft.com/office/officeart/2005/8/layout/cycle1"/>
    <dgm:cxn modelId="{C54B61F0-460C-4CD6-B635-45BE51FD6886}" type="presParOf" srcId="{1518B7DA-795A-4132-823D-6F8690B92608}" destId="{F40EDE1E-3B49-4703-A683-61FA954FFDD9}" srcOrd="2" destOrd="0" presId="urn:microsoft.com/office/officeart/2005/8/layout/cycle1"/>
    <dgm:cxn modelId="{935E46B0-1B43-4135-8E70-BE1F3BF369C1}" type="presParOf" srcId="{1518B7DA-795A-4132-823D-6F8690B92608}" destId="{3DAABD4E-56C7-4D2C-801C-DA09A96AC621}" srcOrd="3" destOrd="0" presId="urn:microsoft.com/office/officeart/2005/8/layout/cycle1"/>
    <dgm:cxn modelId="{ECCB87CF-1374-499A-B9C0-89B17CAB4825}" type="presParOf" srcId="{1518B7DA-795A-4132-823D-6F8690B92608}" destId="{E05A75B9-45FB-428C-A7B2-1FE0F1E19358}" srcOrd="4" destOrd="0" presId="urn:microsoft.com/office/officeart/2005/8/layout/cycle1"/>
    <dgm:cxn modelId="{7810C554-BB70-49D8-AA0B-9F11CC293162}" type="presParOf" srcId="{1518B7DA-795A-4132-823D-6F8690B92608}" destId="{08E5E2C4-AD64-4916-B3EF-24754AAFD12B}" srcOrd="5" destOrd="0" presId="urn:microsoft.com/office/officeart/2005/8/layout/cycle1"/>
    <dgm:cxn modelId="{035B6E95-C362-4E9F-A257-6D0690EC42CD}" type="presParOf" srcId="{1518B7DA-795A-4132-823D-6F8690B92608}" destId="{072FE211-3D58-4D26-8C3D-FBDB73EA2C1C}" srcOrd="6" destOrd="0" presId="urn:microsoft.com/office/officeart/2005/8/layout/cycle1"/>
    <dgm:cxn modelId="{F99C10CA-E85A-49EB-B2D3-AFD016F542A2}" type="presParOf" srcId="{1518B7DA-795A-4132-823D-6F8690B92608}" destId="{C81E647E-FC93-457F-BBC8-CADA34E530B7}" srcOrd="7" destOrd="0" presId="urn:microsoft.com/office/officeart/2005/8/layout/cycle1"/>
    <dgm:cxn modelId="{238A0388-14FF-4D61-8C30-99B4F5936B1E}" type="presParOf" srcId="{1518B7DA-795A-4132-823D-6F8690B92608}" destId="{9B5D5553-5508-4E2D-8483-49757BD5BF41}" srcOrd="8" destOrd="0" presId="urn:microsoft.com/office/officeart/2005/8/layout/cycle1"/>
    <dgm:cxn modelId="{4503EF14-9F77-43E7-BB09-73C7EAA3FC81}" type="presParOf" srcId="{1518B7DA-795A-4132-823D-6F8690B92608}" destId="{75E60675-E0B5-4926-A988-8578E9810234}" srcOrd="9" destOrd="0" presId="urn:microsoft.com/office/officeart/2005/8/layout/cycle1"/>
    <dgm:cxn modelId="{CFF99858-4EDA-4334-8B6D-C87D4AB672DE}" type="presParOf" srcId="{1518B7DA-795A-4132-823D-6F8690B92608}" destId="{F65D6603-24DB-4362-AF08-A6065CBBF5D0}" srcOrd="10" destOrd="0" presId="urn:microsoft.com/office/officeart/2005/8/layout/cycle1"/>
    <dgm:cxn modelId="{A14FFDE7-6660-4054-B6BC-4B15D17E29EC}" type="presParOf" srcId="{1518B7DA-795A-4132-823D-6F8690B92608}" destId="{D3AADA78-FB69-4F61-9221-BB8E14EA0583}" srcOrd="11" destOrd="0" presId="urn:microsoft.com/office/officeart/2005/8/layout/cycle1"/>
    <dgm:cxn modelId="{6689157E-35DC-4A9E-9F0E-406EC650BBDB}" type="presParOf" srcId="{1518B7DA-795A-4132-823D-6F8690B92608}" destId="{3B571A81-9C0B-449F-B149-182D6235F06D}" srcOrd="12" destOrd="0" presId="urn:microsoft.com/office/officeart/2005/8/layout/cycle1"/>
    <dgm:cxn modelId="{6EED4011-D6D5-40DA-9741-87511C80C44C}" type="presParOf" srcId="{1518B7DA-795A-4132-823D-6F8690B92608}" destId="{C6619DC9-9EDF-495D-81A6-A81D547E0D31}" srcOrd="13" destOrd="0" presId="urn:microsoft.com/office/officeart/2005/8/layout/cycle1"/>
    <dgm:cxn modelId="{C5510F0B-9835-4512-A95C-F43D7FF0A7ED}" type="presParOf" srcId="{1518B7DA-795A-4132-823D-6F8690B92608}" destId="{76C15C23-F5E8-4FBC-8BFA-DD119D0972F9}" srcOrd="14" destOrd="0" presId="urn:microsoft.com/office/officeart/2005/8/layout/cycle1"/>
    <dgm:cxn modelId="{63BDE9AA-9258-4359-B80E-1D000DD6F383}" type="presParOf" srcId="{1518B7DA-795A-4132-823D-6F8690B92608}" destId="{6FFC99CB-7A18-4BCC-8F2F-1BDDD10392E4}" srcOrd="15" destOrd="0" presId="urn:microsoft.com/office/officeart/2005/8/layout/cycle1"/>
    <dgm:cxn modelId="{2F9766B1-6A55-4FFB-BA8B-DB46CEEEF69D}" type="presParOf" srcId="{1518B7DA-795A-4132-823D-6F8690B92608}" destId="{6C20A426-D046-4964-8CFB-73482C4B51F9}" srcOrd="16" destOrd="0" presId="urn:microsoft.com/office/officeart/2005/8/layout/cycle1"/>
    <dgm:cxn modelId="{94100292-D5F7-4B36-B856-E6AFB8018E1E}" type="presParOf" srcId="{1518B7DA-795A-4132-823D-6F8690B92608}" destId="{2B7F0376-EB7D-49EC-B160-28E6913F265D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1EE79A-AC7D-49CE-979C-A0FA74EF27D5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A7F689B-B2C6-4857-BE07-3E0C36FD9670}">
      <dgm:prSet phldrT="[Texte]"/>
      <dgm:spPr>
        <a:solidFill>
          <a:srgbClr val="002060"/>
        </a:solidFill>
      </dgm:spPr>
      <dgm:t>
        <a:bodyPr/>
        <a:lstStyle/>
        <a:p>
          <a:r>
            <a:rPr lang="fr-FR" dirty="0"/>
            <a:t>A </a:t>
          </a:r>
          <a:r>
            <a:rPr lang="fr-FR" dirty="0" err="1"/>
            <a:t>security</a:t>
          </a:r>
          <a:r>
            <a:rPr lang="fr-FR" dirty="0"/>
            <a:t> SRE (Site </a:t>
          </a:r>
          <a:r>
            <a:rPr lang="fr-FR" dirty="0" err="1"/>
            <a:t>Reliability</a:t>
          </a:r>
          <a:r>
            <a:rPr lang="fr-FR" dirty="0"/>
            <a:t> Engineering for </a:t>
          </a:r>
          <a:r>
            <a:rPr lang="fr-FR" dirty="0" err="1"/>
            <a:t>security</a:t>
          </a:r>
          <a:r>
            <a:rPr lang="fr-FR" dirty="0"/>
            <a:t>)</a:t>
          </a:r>
        </a:p>
      </dgm:t>
    </dgm:pt>
    <dgm:pt modelId="{5A59DEE2-0461-4D27-B31D-0BF95B28AE7B}" type="parTrans" cxnId="{7034D9C4-5047-4762-AD58-3676245A2FC5}">
      <dgm:prSet/>
      <dgm:spPr/>
      <dgm:t>
        <a:bodyPr/>
        <a:lstStyle/>
        <a:p>
          <a:endParaRPr lang="fr-FR"/>
        </a:p>
      </dgm:t>
    </dgm:pt>
    <dgm:pt modelId="{4A781FBB-E767-4E70-A524-A61C4B78DBDD}" type="sibTrans" cxnId="{7034D9C4-5047-4762-AD58-3676245A2FC5}">
      <dgm:prSet/>
      <dgm:spPr/>
      <dgm:t>
        <a:bodyPr/>
        <a:lstStyle/>
        <a:p>
          <a:endParaRPr lang="fr-FR"/>
        </a:p>
      </dgm:t>
    </dgm:pt>
    <dgm:pt modelId="{ADECF76A-19F0-4153-A5A7-CDB5108E8BB5}">
      <dgm:prSet phldrT="[Texte]" custT="1"/>
      <dgm:spPr>
        <a:solidFill>
          <a:srgbClr val="002060"/>
        </a:solidFill>
      </dgm:spPr>
      <dgm:t>
        <a:bodyPr/>
        <a:lstStyle/>
        <a:p>
          <a:r>
            <a:rPr lang="fr-FR" sz="1200" dirty="0"/>
            <a:t>A </a:t>
          </a:r>
          <a:r>
            <a:rPr lang="fr-FR" sz="1200" dirty="0" err="1"/>
            <a:t>risk</a:t>
          </a:r>
          <a:r>
            <a:rPr lang="fr-FR" sz="1200" dirty="0"/>
            <a:t> </a:t>
          </a:r>
          <a:r>
            <a:rPr lang="fr-FR" sz="1200" dirty="0" err="1"/>
            <a:t>aware</a:t>
          </a:r>
          <a:r>
            <a:rPr lang="fr-FR" sz="1200" dirty="0"/>
            <a:t> control </a:t>
          </a:r>
          <a:r>
            <a:rPr lang="fr-FR" sz="1200" dirty="0" err="1"/>
            <a:t>tower</a:t>
          </a:r>
          <a:endParaRPr lang="fr-FR" sz="1200" dirty="0"/>
        </a:p>
      </dgm:t>
    </dgm:pt>
    <dgm:pt modelId="{D06AE838-0DDE-46B5-8437-9B6C631990D0}" type="parTrans" cxnId="{DBFE47E9-5245-43AD-8702-2E0B7457D966}">
      <dgm:prSet/>
      <dgm:spPr/>
      <dgm:t>
        <a:bodyPr/>
        <a:lstStyle/>
        <a:p>
          <a:endParaRPr lang="fr-FR"/>
        </a:p>
      </dgm:t>
    </dgm:pt>
    <dgm:pt modelId="{70F495CF-BBD6-43D2-AC11-1109E47D6FBF}" type="sibTrans" cxnId="{DBFE47E9-5245-43AD-8702-2E0B7457D966}">
      <dgm:prSet/>
      <dgm:spPr/>
      <dgm:t>
        <a:bodyPr/>
        <a:lstStyle/>
        <a:p>
          <a:endParaRPr lang="fr-FR"/>
        </a:p>
      </dgm:t>
    </dgm:pt>
    <dgm:pt modelId="{56F07414-84B7-458A-AEE6-09DD4F66D000}">
      <dgm:prSet phldrT="[Texte]" custT="1"/>
      <dgm:spPr>
        <a:solidFill>
          <a:srgbClr val="002060"/>
        </a:solidFill>
      </dgm:spPr>
      <dgm:t>
        <a:bodyPr/>
        <a:lstStyle/>
        <a:p>
          <a:r>
            <a:rPr lang="fr-FR" sz="1200" dirty="0"/>
            <a:t>A </a:t>
          </a:r>
          <a:r>
            <a:rPr lang="fr-FR" sz="1200" dirty="0" err="1"/>
            <a:t>governance</a:t>
          </a:r>
          <a:r>
            <a:rPr lang="fr-FR" sz="1200" dirty="0"/>
            <a:t> </a:t>
          </a:r>
          <a:r>
            <a:rPr lang="fr-FR" sz="1200" dirty="0" err="1"/>
            <a:t>asssistant</a:t>
          </a:r>
          <a:endParaRPr lang="fr-FR" sz="1200" dirty="0"/>
        </a:p>
      </dgm:t>
    </dgm:pt>
    <dgm:pt modelId="{5C11D648-C536-4D7A-A767-C8C2363E9C4A}" type="parTrans" cxnId="{52D1EFAE-38A9-4FBA-99EE-18B5B814839C}">
      <dgm:prSet/>
      <dgm:spPr/>
      <dgm:t>
        <a:bodyPr/>
        <a:lstStyle/>
        <a:p>
          <a:endParaRPr lang="fr-FR"/>
        </a:p>
      </dgm:t>
    </dgm:pt>
    <dgm:pt modelId="{4C0B46BC-D919-44AE-B296-66B40AFBD853}" type="sibTrans" cxnId="{52D1EFAE-38A9-4FBA-99EE-18B5B814839C}">
      <dgm:prSet/>
      <dgm:spPr/>
      <dgm:t>
        <a:bodyPr/>
        <a:lstStyle/>
        <a:p>
          <a:endParaRPr lang="fr-FR"/>
        </a:p>
      </dgm:t>
    </dgm:pt>
    <dgm:pt modelId="{78A8936B-1E5A-451F-9DFA-8D254D8D351F}">
      <dgm:prSet phldrT="[Texte]" custT="1"/>
      <dgm:spPr>
        <a:solidFill>
          <a:srgbClr val="002060"/>
        </a:solidFill>
      </dgm:spPr>
      <dgm:t>
        <a:bodyPr/>
        <a:lstStyle/>
        <a:p>
          <a:r>
            <a:rPr lang="fr-FR" sz="1200" dirty="0"/>
            <a:t>An </a:t>
          </a:r>
          <a:r>
            <a:rPr lang="fr-FR" sz="1200" dirty="0" err="1"/>
            <a:t>automated</a:t>
          </a:r>
          <a:r>
            <a:rPr lang="fr-FR" sz="1200" dirty="0"/>
            <a:t> Cloud SOC</a:t>
          </a:r>
        </a:p>
      </dgm:t>
    </dgm:pt>
    <dgm:pt modelId="{58996DC9-790B-4F46-9390-498DD6652EA4}" type="parTrans" cxnId="{6FCFE9F0-8CF1-4396-BD9A-8ADB5CA64C3A}">
      <dgm:prSet/>
      <dgm:spPr/>
      <dgm:t>
        <a:bodyPr/>
        <a:lstStyle/>
        <a:p>
          <a:endParaRPr lang="fr-FR"/>
        </a:p>
      </dgm:t>
    </dgm:pt>
    <dgm:pt modelId="{57A406A0-FFC2-4081-B55E-E34F6855927E}" type="sibTrans" cxnId="{6FCFE9F0-8CF1-4396-BD9A-8ADB5CA64C3A}">
      <dgm:prSet/>
      <dgm:spPr/>
      <dgm:t>
        <a:bodyPr/>
        <a:lstStyle/>
        <a:p>
          <a:endParaRPr lang="fr-FR"/>
        </a:p>
      </dgm:t>
    </dgm:pt>
    <dgm:pt modelId="{2D9178BB-2438-4CF7-9DBA-055B5EF893EA}" type="pres">
      <dgm:prSet presAssocID="{6B1EE79A-AC7D-49CE-979C-A0FA74EF27D5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70E1A6F5-6BD8-48D5-B019-325A40629E6F}" type="pres">
      <dgm:prSet presAssocID="{6B1EE79A-AC7D-49CE-979C-A0FA74EF27D5}" presName="cycle" presStyleCnt="0"/>
      <dgm:spPr/>
    </dgm:pt>
    <dgm:pt modelId="{1F55C2DA-AFBD-499A-8980-20DF9B3D4B3B}" type="pres">
      <dgm:prSet presAssocID="{6B1EE79A-AC7D-49CE-979C-A0FA74EF27D5}" presName="centerShape" presStyleCnt="0"/>
      <dgm:spPr/>
    </dgm:pt>
    <dgm:pt modelId="{B92E62D2-C8EA-4979-8C06-C8B98AB7E733}" type="pres">
      <dgm:prSet presAssocID="{6B1EE79A-AC7D-49CE-979C-A0FA74EF27D5}" presName="connSite" presStyleLbl="node1" presStyleIdx="0" presStyleCnt="5"/>
      <dgm:spPr/>
    </dgm:pt>
    <dgm:pt modelId="{B7B638B9-423D-42E4-9718-789249AE3031}" type="pres">
      <dgm:prSet presAssocID="{6B1EE79A-AC7D-49CE-979C-A0FA74EF27D5}" presName="visible" presStyleLbl="node1" presStyleIdx="0" presStyleCnt="5" custScaleX="164239" custScaleY="134134" custLinFactNeighborX="-32328" custLinFactNeighborY="-175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32C12C7A-5095-45F7-ABBB-6075486C02E4}" type="pres">
      <dgm:prSet presAssocID="{5A59DEE2-0461-4D27-B31D-0BF95B28AE7B}" presName="Name25" presStyleLbl="parChTrans1D1" presStyleIdx="0" presStyleCnt="4"/>
      <dgm:spPr/>
    </dgm:pt>
    <dgm:pt modelId="{FD350962-A4F5-4AC3-9716-E06872FAF5CE}" type="pres">
      <dgm:prSet presAssocID="{AA7F689B-B2C6-4857-BE07-3E0C36FD9670}" presName="node" presStyleCnt="0"/>
      <dgm:spPr/>
    </dgm:pt>
    <dgm:pt modelId="{52D9EE19-35F8-40B1-8A50-EFBAADB83CC0}" type="pres">
      <dgm:prSet presAssocID="{AA7F689B-B2C6-4857-BE07-3E0C36FD9670}" presName="parentNode" presStyleLbl="node1" presStyleIdx="1" presStyleCnt="5" custScaleX="140339" custScaleY="124512" custLinFactNeighborX="-109" custLinFactNeighborY="32622">
        <dgm:presLayoutVars>
          <dgm:chMax val="1"/>
          <dgm:bulletEnabled val="1"/>
        </dgm:presLayoutVars>
      </dgm:prSet>
      <dgm:spPr/>
    </dgm:pt>
    <dgm:pt modelId="{C2D60B4B-D6F9-4EC9-8985-176316AE8CD7}" type="pres">
      <dgm:prSet presAssocID="{AA7F689B-B2C6-4857-BE07-3E0C36FD9670}" presName="childNode" presStyleLbl="revTx" presStyleIdx="0" presStyleCnt="0">
        <dgm:presLayoutVars>
          <dgm:bulletEnabled val="1"/>
        </dgm:presLayoutVars>
      </dgm:prSet>
      <dgm:spPr/>
    </dgm:pt>
    <dgm:pt modelId="{35A62566-2B20-4AC8-9A73-F73939C2672C}" type="pres">
      <dgm:prSet presAssocID="{5C11D648-C536-4D7A-A767-C8C2363E9C4A}" presName="Name25" presStyleLbl="parChTrans1D1" presStyleIdx="1" presStyleCnt="4"/>
      <dgm:spPr/>
    </dgm:pt>
    <dgm:pt modelId="{28447411-961E-42B6-AF6F-D80C1D1AD007}" type="pres">
      <dgm:prSet presAssocID="{56F07414-84B7-458A-AEE6-09DD4F66D000}" presName="node" presStyleCnt="0"/>
      <dgm:spPr/>
    </dgm:pt>
    <dgm:pt modelId="{652D4D6E-76DF-4C22-9866-AA81F7364AB1}" type="pres">
      <dgm:prSet presAssocID="{56F07414-84B7-458A-AEE6-09DD4F66D000}" presName="parentNode" presStyleLbl="node1" presStyleIdx="2" presStyleCnt="5" custScaleX="124610" custScaleY="122484" custLinFactX="47770" custLinFactNeighborX="100000" custLinFactNeighborY="-86355">
        <dgm:presLayoutVars>
          <dgm:chMax val="1"/>
          <dgm:bulletEnabled val="1"/>
        </dgm:presLayoutVars>
      </dgm:prSet>
      <dgm:spPr/>
    </dgm:pt>
    <dgm:pt modelId="{4FF13033-A46C-494B-9441-1DFC3CC8F2B0}" type="pres">
      <dgm:prSet presAssocID="{56F07414-84B7-458A-AEE6-09DD4F66D000}" presName="childNode" presStyleLbl="revTx" presStyleIdx="0" presStyleCnt="0">
        <dgm:presLayoutVars>
          <dgm:bulletEnabled val="1"/>
        </dgm:presLayoutVars>
      </dgm:prSet>
      <dgm:spPr/>
    </dgm:pt>
    <dgm:pt modelId="{1302BA36-3EDD-4957-99A5-52169C4AACE2}" type="pres">
      <dgm:prSet presAssocID="{D06AE838-0DDE-46B5-8437-9B6C631990D0}" presName="Name25" presStyleLbl="parChTrans1D1" presStyleIdx="2" presStyleCnt="4"/>
      <dgm:spPr/>
    </dgm:pt>
    <dgm:pt modelId="{84871095-2B0B-41A6-B02F-8F2E4C5727D1}" type="pres">
      <dgm:prSet presAssocID="{ADECF76A-19F0-4153-A5A7-CDB5108E8BB5}" presName="node" presStyleCnt="0"/>
      <dgm:spPr/>
    </dgm:pt>
    <dgm:pt modelId="{EC8649FD-1086-4431-862D-A7434C612A7C}" type="pres">
      <dgm:prSet presAssocID="{ADECF76A-19F0-4153-A5A7-CDB5108E8BB5}" presName="parentNode" presStyleLbl="node1" presStyleIdx="3" presStyleCnt="5" custScaleX="125313" custScaleY="130933" custLinFactX="98722" custLinFactNeighborX="100000" custLinFactNeighborY="-67095">
        <dgm:presLayoutVars>
          <dgm:chMax val="1"/>
          <dgm:bulletEnabled val="1"/>
        </dgm:presLayoutVars>
      </dgm:prSet>
      <dgm:spPr/>
    </dgm:pt>
    <dgm:pt modelId="{AE7217DE-33B3-4DDE-ACD9-96ACB40D0D69}" type="pres">
      <dgm:prSet presAssocID="{ADECF76A-19F0-4153-A5A7-CDB5108E8BB5}" presName="childNode" presStyleLbl="revTx" presStyleIdx="0" presStyleCnt="0">
        <dgm:presLayoutVars>
          <dgm:bulletEnabled val="1"/>
        </dgm:presLayoutVars>
      </dgm:prSet>
      <dgm:spPr/>
    </dgm:pt>
    <dgm:pt modelId="{67420E25-7167-4133-867F-450C6D8238F5}" type="pres">
      <dgm:prSet presAssocID="{58996DC9-790B-4F46-9390-498DD6652EA4}" presName="Name25" presStyleLbl="parChTrans1D1" presStyleIdx="3" presStyleCnt="4"/>
      <dgm:spPr/>
    </dgm:pt>
    <dgm:pt modelId="{C29C7E6C-5DF5-45BA-A1B6-716DC63968CA}" type="pres">
      <dgm:prSet presAssocID="{78A8936B-1E5A-451F-9DFA-8D254D8D351F}" presName="node" presStyleCnt="0"/>
      <dgm:spPr/>
    </dgm:pt>
    <dgm:pt modelId="{5C6D0980-B934-41CD-8156-EDD46668AB84}" type="pres">
      <dgm:prSet presAssocID="{78A8936B-1E5A-451F-9DFA-8D254D8D351F}" presName="parentNode" presStyleLbl="node1" presStyleIdx="4" presStyleCnt="5" custScaleX="140052" custScaleY="142675" custLinFactX="93952" custLinFactNeighborX="100000" custLinFactNeighborY="-25270">
        <dgm:presLayoutVars>
          <dgm:chMax val="1"/>
          <dgm:bulletEnabled val="1"/>
        </dgm:presLayoutVars>
      </dgm:prSet>
      <dgm:spPr/>
    </dgm:pt>
    <dgm:pt modelId="{9D4841F3-3DDA-4E24-8BD8-781640B12C73}" type="pres">
      <dgm:prSet presAssocID="{78A8936B-1E5A-451F-9DFA-8D254D8D351F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0AE4C513-F958-48B1-80DD-C2839D60C206}" type="presOf" srcId="{78A8936B-1E5A-451F-9DFA-8D254D8D351F}" destId="{5C6D0980-B934-41CD-8156-EDD46668AB84}" srcOrd="0" destOrd="0" presId="urn:microsoft.com/office/officeart/2005/8/layout/radial2"/>
    <dgm:cxn modelId="{F614075D-73FA-4C04-880E-1F89CE75DCE3}" type="presOf" srcId="{58996DC9-790B-4F46-9390-498DD6652EA4}" destId="{67420E25-7167-4133-867F-450C6D8238F5}" srcOrd="0" destOrd="0" presId="urn:microsoft.com/office/officeart/2005/8/layout/radial2"/>
    <dgm:cxn modelId="{69024690-A423-4C99-9FB5-9058D67DCCD8}" type="presOf" srcId="{5A59DEE2-0461-4D27-B31D-0BF95B28AE7B}" destId="{32C12C7A-5095-45F7-ABBB-6075486C02E4}" srcOrd="0" destOrd="0" presId="urn:microsoft.com/office/officeart/2005/8/layout/radial2"/>
    <dgm:cxn modelId="{2A0E7894-8768-4C16-9795-3B4421A8BA0D}" type="presOf" srcId="{5C11D648-C536-4D7A-A767-C8C2363E9C4A}" destId="{35A62566-2B20-4AC8-9A73-F73939C2672C}" srcOrd="0" destOrd="0" presId="urn:microsoft.com/office/officeart/2005/8/layout/radial2"/>
    <dgm:cxn modelId="{914075A6-D9D3-45E0-AB61-F236F2341C4A}" type="presOf" srcId="{56F07414-84B7-458A-AEE6-09DD4F66D000}" destId="{652D4D6E-76DF-4C22-9866-AA81F7364AB1}" srcOrd="0" destOrd="0" presId="urn:microsoft.com/office/officeart/2005/8/layout/radial2"/>
    <dgm:cxn modelId="{52D1EFAE-38A9-4FBA-99EE-18B5B814839C}" srcId="{6B1EE79A-AC7D-49CE-979C-A0FA74EF27D5}" destId="{56F07414-84B7-458A-AEE6-09DD4F66D000}" srcOrd="1" destOrd="0" parTransId="{5C11D648-C536-4D7A-A767-C8C2363E9C4A}" sibTransId="{4C0B46BC-D919-44AE-B296-66B40AFBD853}"/>
    <dgm:cxn modelId="{838445BD-8A70-4E99-9E35-9996F752B3C3}" type="presOf" srcId="{AA7F689B-B2C6-4857-BE07-3E0C36FD9670}" destId="{52D9EE19-35F8-40B1-8A50-EFBAADB83CC0}" srcOrd="0" destOrd="0" presId="urn:microsoft.com/office/officeart/2005/8/layout/radial2"/>
    <dgm:cxn modelId="{7034D9C4-5047-4762-AD58-3676245A2FC5}" srcId="{6B1EE79A-AC7D-49CE-979C-A0FA74EF27D5}" destId="{AA7F689B-B2C6-4857-BE07-3E0C36FD9670}" srcOrd="0" destOrd="0" parTransId="{5A59DEE2-0461-4D27-B31D-0BF95B28AE7B}" sibTransId="{4A781FBB-E767-4E70-A524-A61C4B78DBDD}"/>
    <dgm:cxn modelId="{822776C7-5752-48DA-AA4A-89B740183049}" type="presOf" srcId="{6B1EE79A-AC7D-49CE-979C-A0FA74EF27D5}" destId="{2D9178BB-2438-4CF7-9DBA-055B5EF893EA}" srcOrd="0" destOrd="0" presId="urn:microsoft.com/office/officeart/2005/8/layout/radial2"/>
    <dgm:cxn modelId="{E94C12CE-C623-4DF7-BB20-B7A496AF8FB1}" type="presOf" srcId="{D06AE838-0DDE-46B5-8437-9B6C631990D0}" destId="{1302BA36-3EDD-4957-99A5-52169C4AACE2}" srcOrd="0" destOrd="0" presId="urn:microsoft.com/office/officeart/2005/8/layout/radial2"/>
    <dgm:cxn modelId="{99C861DB-8C4F-44F9-B646-60C425AD6BE3}" type="presOf" srcId="{ADECF76A-19F0-4153-A5A7-CDB5108E8BB5}" destId="{EC8649FD-1086-4431-862D-A7434C612A7C}" srcOrd="0" destOrd="0" presId="urn:microsoft.com/office/officeart/2005/8/layout/radial2"/>
    <dgm:cxn modelId="{DBFE47E9-5245-43AD-8702-2E0B7457D966}" srcId="{6B1EE79A-AC7D-49CE-979C-A0FA74EF27D5}" destId="{ADECF76A-19F0-4153-A5A7-CDB5108E8BB5}" srcOrd="2" destOrd="0" parTransId="{D06AE838-0DDE-46B5-8437-9B6C631990D0}" sibTransId="{70F495CF-BBD6-43D2-AC11-1109E47D6FBF}"/>
    <dgm:cxn modelId="{6FCFE9F0-8CF1-4396-BD9A-8ADB5CA64C3A}" srcId="{6B1EE79A-AC7D-49CE-979C-A0FA74EF27D5}" destId="{78A8936B-1E5A-451F-9DFA-8D254D8D351F}" srcOrd="3" destOrd="0" parTransId="{58996DC9-790B-4F46-9390-498DD6652EA4}" sibTransId="{57A406A0-FFC2-4081-B55E-E34F6855927E}"/>
    <dgm:cxn modelId="{AEFABEFA-E178-48A1-A32D-5BF2DA0FE11C}" type="presParOf" srcId="{2D9178BB-2438-4CF7-9DBA-055B5EF893EA}" destId="{70E1A6F5-6BD8-48D5-B019-325A40629E6F}" srcOrd="0" destOrd="0" presId="urn:microsoft.com/office/officeart/2005/8/layout/radial2"/>
    <dgm:cxn modelId="{3A4C8B1D-2914-4E30-9DAA-CCA419CB2C7E}" type="presParOf" srcId="{70E1A6F5-6BD8-48D5-B019-325A40629E6F}" destId="{1F55C2DA-AFBD-499A-8980-20DF9B3D4B3B}" srcOrd="0" destOrd="0" presId="urn:microsoft.com/office/officeart/2005/8/layout/radial2"/>
    <dgm:cxn modelId="{0A0EFD0A-9D93-41B9-8A30-EF56E781E9F6}" type="presParOf" srcId="{1F55C2DA-AFBD-499A-8980-20DF9B3D4B3B}" destId="{B92E62D2-C8EA-4979-8C06-C8B98AB7E733}" srcOrd="0" destOrd="0" presId="urn:microsoft.com/office/officeart/2005/8/layout/radial2"/>
    <dgm:cxn modelId="{BCD4FBB5-101E-40F3-8F48-10535F02E281}" type="presParOf" srcId="{1F55C2DA-AFBD-499A-8980-20DF9B3D4B3B}" destId="{B7B638B9-423D-42E4-9718-789249AE3031}" srcOrd="1" destOrd="0" presId="urn:microsoft.com/office/officeart/2005/8/layout/radial2"/>
    <dgm:cxn modelId="{070347D4-B080-448C-A710-6ED2F2F9333D}" type="presParOf" srcId="{70E1A6F5-6BD8-48D5-B019-325A40629E6F}" destId="{32C12C7A-5095-45F7-ABBB-6075486C02E4}" srcOrd="1" destOrd="0" presId="urn:microsoft.com/office/officeart/2005/8/layout/radial2"/>
    <dgm:cxn modelId="{FA7C9291-8D0C-46FB-8134-9A5831BB00BB}" type="presParOf" srcId="{70E1A6F5-6BD8-48D5-B019-325A40629E6F}" destId="{FD350962-A4F5-4AC3-9716-E06872FAF5CE}" srcOrd="2" destOrd="0" presId="urn:microsoft.com/office/officeart/2005/8/layout/radial2"/>
    <dgm:cxn modelId="{D624E61C-9039-45C9-8F59-A5AA1FE890D3}" type="presParOf" srcId="{FD350962-A4F5-4AC3-9716-E06872FAF5CE}" destId="{52D9EE19-35F8-40B1-8A50-EFBAADB83CC0}" srcOrd="0" destOrd="0" presId="urn:microsoft.com/office/officeart/2005/8/layout/radial2"/>
    <dgm:cxn modelId="{D54F37EB-68B6-47A8-B787-2A3E859184F2}" type="presParOf" srcId="{FD350962-A4F5-4AC3-9716-E06872FAF5CE}" destId="{C2D60B4B-D6F9-4EC9-8985-176316AE8CD7}" srcOrd="1" destOrd="0" presId="urn:microsoft.com/office/officeart/2005/8/layout/radial2"/>
    <dgm:cxn modelId="{445156B2-500E-42E2-9062-8E18442FEE41}" type="presParOf" srcId="{70E1A6F5-6BD8-48D5-B019-325A40629E6F}" destId="{35A62566-2B20-4AC8-9A73-F73939C2672C}" srcOrd="3" destOrd="0" presId="urn:microsoft.com/office/officeart/2005/8/layout/radial2"/>
    <dgm:cxn modelId="{1E98518A-F023-4779-B6E2-4A8CE7EF4110}" type="presParOf" srcId="{70E1A6F5-6BD8-48D5-B019-325A40629E6F}" destId="{28447411-961E-42B6-AF6F-D80C1D1AD007}" srcOrd="4" destOrd="0" presId="urn:microsoft.com/office/officeart/2005/8/layout/radial2"/>
    <dgm:cxn modelId="{18A05823-6F80-4C34-B630-755980BCFAA2}" type="presParOf" srcId="{28447411-961E-42B6-AF6F-D80C1D1AD007}" destId="{652D4D6E-76DF-4C22-9866-AA81F7364AB1}" srcOrd="0" destOrd="0" presId="urn:microsoft.com/office/officeart/2005/8/layout/radial2"/>
    <dgm:cxn modelId="{65C64D26-5E1A-4F61-A363-8F814F65BCF3}" type="presParOf" srcId="{28447411-961E-42B6-AF6F-D80C1D1AD007}" destId="{4FF13033-A46C-494B-9441-1DFC3CC8F2B0}" srcOrd="1" destOrd="0" presId="urn:microsoft.com/office/officeart/2005/8/layout/radial2"/>
    <dgm:cxn modelId="{8A2C4EAB-21D7-4635-9BBC-FEB72BE0B337}" type="presParOf" srcId="{70E1A6F5-6BD8-48D5-B019-325A40629E6F}" destId="{1302BA36-3EDD-4957-99A5-52169C4AACE2}" srcOrd="5" destOrd="0" presId="urn:microsoft.com/office/officeart/2005/8/layout/radial2"/>
    <dgm:cxn modelId="{CE32BF8B-D262-4541-8FC5-52590BD9821D}" type="presParOf" srcId="{70E1A6F5-6BD8-48D5-B019-325A40629E6F}" destId="{84871095-2B0B-41A6-B02F-8F2E4C5727D1}" srcOrd="6" destOrd="0" presId="urn:microsoft.com/office/officeart/2005/8/layout/radial2"/>
    <dgm:cxn modelId="{3990B593-7076-401C-B4DD-466A3D7DBFAB}" type="presParOf" srcId="{84871095-2B0B-41A6-B02F-8F2E4C5727D1}" destId="{EC8649FD-1086-4431-862D-A7434C612A7C}" srcOrd="0" destOrd="0" presId="urn:microsoft.com/office/officeart/2005/8/layout/radial2"/>
    <dgm:cxn modelId="{F5E23773-76AD-404F-9F28-396C280C6398}" type="presParOf" srcId="{84871095-2B0B-41A6-B02F-8F2E4C5727D1}" destId="{AE7217DE-33B3-4DDE-ACD9-96ACB40D0D69}" srcOrd="1" destOrd="0" presId="urn:microsoft.com/office/officeart/2005/8/layout/radial2"/>
    <dgm:cxn modelId="{0649CA2D-D00C-4B4A-956C-3BCBDDE10127}" type="presParOf" srcId="{70E1A6F5-6BD8-48D5-B019-325A40629E6F}" destId="{67420E25-7167-4133-867F-450C6D8238F5}" srcOrd="7" destOrd="0" presId="urn:microsoft.com/office/officeart/2005/8/layout/radial2"/>
    <dgm:cxn modelId="{6853ED50-FF85-4662-9CD8-6E0B207C6289}" type="presParOf" srcId="{70E1A6F5-6BD8-48D5-B019-325A40629E6F}" destId="{C29C7E6C-5DF5-45BA-A1B6-716DC63968CA}" srcOrd="8" destOrd="0" presId="urn:microsoft.com/office/officeart/2005/8/layout/radial2"/>
    <dgm:cxn modelId="{C732E06D-CE07-42F8-90CC-F55A5E08767A}" type="presParOf" srcId="{C29C7E6C-5DF5-45BA-A1B6-716DC63968CA}" destId="{5C6D0980-B934-41CD-8156-EDD46668AB84}" srcOrd="0" destOrd="0" presId="urn:microsoft.com/office/officeart/2005/8/layout/radial2"/>
    <dgm:cxn modelId="{30C87F91-C5B8-4AC0-AE96-6D57638C9E93}" type="presParOf" srcId="{C29C7E6C-5DF5-45BA-A1B6-716DC63968CA}" destId="{9D4841F3-3DDA-4E24-8BD8-781640B12C73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10E1D-5532-4F3A-948D-D2763BF8FABA}">
      <dsp:nvSpPr>
        <dsp:cNvPr id="0" name=""/>
        <dsp:cNvSpPr/>
      </dsp:nvSpPr>
      <dsp:spPr>
        <a:xfrm>
          <a:off x="3475704" y="10416"/>
          <a:ext cx="830460" cy="83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Deciding</a:t>
          </a:r>
          <a:endParaRPr lang="fr-FR" sz="1300" kern="1200" dirty="0">
            <a:solidFill>
              <a:srgbClr val="00206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3475704" y="10416"/>
        <a:ext cx="830460" cy="830460"/>
      </dsp:txXfrm>
    </dsp:sp>
    <dsp:sp modelId="{F40EDE1E-3B49-4703-A683-61FA954FFDD9}">
      <dsp:nvSpPr>
        <dsp:cNvPr id="0" name=""/>
        <dsp:cNvSpPr/>
      </dsp:nvSpPr>
      <dsp:spPr>
        <a:xfrm>
          <a:off x="933215" y="1708"/>
          <a:ext cx="4060582" cy="4060582"/>
        </a:xfrm>
        <a:prstGeom prst="circularArrow">
          <a:avLst>
            <a:gd name="adj1" fmla="val 3988"/>
            <a:gd name="adj2" fmla="val 250168"/>
            <a:gd name="adj3" fmla="val 20573676"/>
            <a:gd name="adj4" fmla="val 18982452"/>
            <a:gd name="adj5" fmla="val 4653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A75B9-45FB-428C-A7B2-1FE0F1E19358}">
      <dsp:nvSpPr>
        <dsp:cNvPr id="0" name=""/>
        <dsp:cNvSpPr/>
      </dsp:nvSpPr>
      <dsp:spPr>
        <a:xfrm>
          <a:off x="4234146" y="1616769"/>
          <a:ext cx="1168433" cy="83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Understanding</a:t>
          </a:r>
          <a:r>
            <a:rPr lang="fr-FR" sz="1300" kern="1200" dirty="0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the business </a:t>
          </a:r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context</a:t>
          </a:r>
          <a:endParaRPr lang="fr-FR" sz="1300" kern="1200" dirty="0">
            <a:solidFill>
              <a:srgbClr val="00206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4234146" y="1616769"/>
        <a:ext cx="1168433" cy="830460"/>
      </dsp:txXfrm>
    </dsp:sp>
    <dsp:sp modelId="{08E5E2C4-AD64-4916-B3EF-24754AAFD12B}">
      <dsp:nvSpPr>
        <dsp:cNvPr id="0" name=""/>
        <dsp:cNvSpPr/>
      </dsp:nvSpPr>
      <dsp:spPr>
        <a:xfrm>
          <a:off x="933215" y="1708"/>
          <a:ext cx="4060582" cy="4060582"/>
        </a:xfrm>
        <a:prstGeom prst="circularArrow">
          <a:avLst>
            <a:gd name="adj1" fmla="val 3988"/>
            <a:gd name="adj2" fmla="val 250168"/>
            <a:gd name="adj3" fmla="val 2342939"/>
            <a:gd name="adj4" fmla="val 776155"/>
            <a:gd name="adj5" fmla="val 4653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E647E-FC93-457F-BBC8-CADA34E530B7}">
      <dsp:nvSpPr>
        <dsp:cNvPr id="0" name=""/>
        <dsp:cNvSpPr/>
      </dsp:nvSpPr>
      <dsp:spPr>
        <a:xfrm>
          <a:off x="3466640" y="3223122"/>
          <a:ext cx="848589" cy="83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Performing</a:t>
          </a:r>
          <a:r>
            <a:rPr lang="fr-FR" sz="1300" kern="1200" dirty="0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</a:t>
          </a:r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critical</a:t>
          </a:r>
          <a:r>
            <a:rPr lang="fr-FR" sz="1300" kern="1200" dirty="0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changes</a:t>
          </a:r>
        </a:p>
      </dsp:txBody>
      <dsp:txXfrm>
        <a:off x="3466640" y="3223122"/>
        <a:ext cx="848589" cy="830460"/>
      </dsp:txXfrm>
    </dsp:sp>
    <dsp:sp modelId="{9B5D5553-5508-4E2D-8483-49757BD5BF41}">
      <dsp:nvSpPr>
        <dsp:cNvPr id="0" name=""/>
        <dsp:cNvSpPr/>
      </dsp:nvSpPr>
      <dsp:spPr>
        <a:xfrm>
          <a:off x="933215" y="1708"/>
          <a:ext cx="4060582" cy="4060582"/>
        </a:xfrm>
        <a:prstGeom prst="circularArrow">
          <a:avLst>
            <a:gd name="adj1" fmla="val 3988"/>
            <a:gd name="adj2" fmla="val 250168"/>
            <a:gd name="adj3" fmla="val 6015529"/>
            <a:gd name="adj4" fmla="val 4455674"/>
            <a:gd name="adj5" fmla="val 4653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D6603-24DB-4362-AF08-A6065CBBF5D0}">
      <dsp:nvSpPr>
        <dsp:cNvPr id="0" name=""/>
        <dsp:cNvSpPr/>
      </dsp:nvSpPr>
      <dsp:spPr>
        <a:xfrm>
          <a:off x="1570821" y="3223122"/>
          <a:ext cx="930514" cy="83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Managing</a:t>
          </a:r>
          <a:r>
            <a:rPr lang="fr-FR" sz="1300" kern="1200" dirty="0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exemptions</a:t>
          </a:r>
        </a:p>
      </dsp:txBody>
      <dsp:txXfrm>
        <a:off x="1570821" y="3223122"/>
        <a:ext cx="930514" cy="830460"/>
      </dsp:txXfrm>
    </dsp:sp>
    <dsp:sp modelId="{D3AADA78-FB69-4F61-9221-BB8E14EA0583}">
      <dsp:nvSpPr>
        <dsp:cNvPr id="0" name=""/>
        <dsp:cNvSpPr/>
      </dsp:nvSpPr>
      <dsp:spPr>
        <a:xfrm>
          <a:off x="933215" y="1708"/>
          <a:ext cx="4060582" cy="4060582"/>
        </a:xfrm>
        <a:prstGeom prst="circularArrow">
          <a:avLst>
            <a:gd name="adj1" fmla="val 3988"/>
            <a:gd name="adj2" fmla="val 250168"/>
            <a:gd name="adj3" fmla="val 9773676"/>
            <a:gd name="adj4" fmla="val 8319750"/>
            <a:gd name="adj5" fmla="val 4653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19DC9-9EDF-495D-81A6-A81D547E0D31}">
      <dsp:nvSpPr>
        <dsp:cNvPr id="0" name=""/>
        <dsp:cNvSpPr/>
      </dsp:nvSpPr>
      <dsp:spPr>
        <a:xfrm>
          <a:off x="693419" y="1616769"/>
          <a:ext cx="830460" cy="83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Steering</a:t>
          </a:r>
          <a:r>
            <a:rPr lang="fr-FR" sz="1300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the </a:t>
          </a:r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strategy</a:t>
          </a:r>
          <a:endParaRPr lang="fr-FR" sz="1300" kern="1200" dirty="0">
            <a:solidFill>
              <a:srgbClr val="00206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93419" y="1616769"/>
        <a:ext cx="830460" cy="830460"/>
      </dsp:txXfrm>
    </dsp:sp>
    <dsp:sp modelId="{76C15C23-F5E8-4FBC-8BFA-DD119D0972F9}">
      <dsp:nvSpPr>
        <dsp:cNvPr id="0" name=""/>
        <dsp:cNvSpPr/>
      </dsp:nvSpPr>
      <dsp:spPr>
        <a:xfrm>
          <a:off x="933215" y="1708"/>
          <a:ext cx="4060582" cy="4060582"/>
        </a:xfrm>
        <a:prstGeom prst="circularArrow">
          <a:avLst>
            <a:gd name="adj1" fmla="val 3988"/>
            <a:gd name="adj2" fmla="val 250168"/>
            <a:gd name="adj3" fmla="val 13167380"/>
            <a:gd name="adj4" fmla="val 11576155"/>
            <a:gd name="adj5" fmla="val 4653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0A426-D046-4964-8CFB-73482C4B51F9}">
      <dsp:nvSpPr>
        <dsp:cNvPr id="0" name=""/>
        <dsp:cNvSpPr/>
      </dsp:nvSpPr>
      <dsp:spPr>
        <a:xfrm>
          <a:off x="1620848" y="10416"/>
          <a:ext cx="830460" cy="83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 err="1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Validating</a:t>
          </a:r>
          <a:endParaRPr lang="fr-FR" sz="1300" kern="1200" dirty="0">
            <a:solidFill>
              <a:srgbClr val="00206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620848" y="10416"/>
        <a:ext cx="830460" cy="830460"/>
      </dsp:txXfrm>
    </dsp:sp>
    <dsp:sp modelId="{2B7F0376-EB7D-49EC-B160-28E6913F265D}">
      <dsp:nvSpPr>
        <dsp:cNvPr id="0" name=""/>
        <dsp:cNvSpPr/>
      </dsp:nvSpPr>
      <dsp:spPr>
        <a:xfrm>
          <a:off x="933215" y="1708"/>
          <a:ext cx="4060582" cy="4060582"/>
        </a:xfrm>
        <a:prstGeom prst="circularArrow">
          <a:avLst>
            <a:gd name="adj1" fmla="val 3988"/>
            <a:gd name="adj2" fmla="val 250168"/>
            <a:gd name="adj3" fmla="val 16911625"/>
            <a:gd name="adj4" fmla="val 15238207"/>
            <a:gd name="adj5" fmla="val 4653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420E25-7167-4133-867F-450C6D8238F5}">
      <dsp:nvSpPr>
        <dsp:cNvPr id="0" name=""/>
        <dsp:cNvSpPr/>
      </dsp:nvSpPr>
      <dsp:spPr>
        <a:xfrm rot="1673916">
          <a:off x="2131909" y="2636145"/>
          <a:ext cx="1673395" cy="47636"/>
        </a:xfrm>
        <a:custGeom>
          <a:avLst/>
          <a:gdLst/>
          <a:ahLst/>
          <a:cxnLst/>
          <a:rect l="0" t="0" r="0" b="0"/>
          <a:pathLst>
            <a:path>
              <a:moveTo>
                <a:pt x="0" y="23818"/>
              </a:moveTo>
              <a:lnTo>
                <a:pt x="1673395" y="238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02BA36-3EDD-4957-99A5-52169C4AACE2}">
      <dsp:nvSpPr>
        <dsp:cNvPr id="0" name=""/>
        <dsp:cNvSpPr/>
      </dsp:nvSpPr>
      <dsp:spPr>
        <a:xfrm rot="21575190">
          <a:off x="2229125" y="1956019"/>
          <a:ext cx="2112835" cy="47636"/>
        </a:xfrm>
        <a:custGeom>
          <a:avLst/>
          <a:gdLst/>
          <a:ahLst/>
          <a:cxnLst/>
          <a:rect l="0" t="0" r="0" b="0"/>
          <a:pathLst>
            <a:path>
              <a:moveTo>
                <a:pt x="0" y="23818"/>
              </a:moveTo>
              <a:lnTo>
                <a:pt x="2112835" y="238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A62566-2B20-4AC8-9A73-F73939C2672C}">
      <dsp:nvSpPr>
        <dsp:cNvPr id="0" name=""/>
        <dsp:cNvSpPr/>
      </dsp:nvSpPr>
      <dsp:spPr>
        <a:xfrm rot="20022977">
          <a:off x="2130051" y="1284360"/>
          <a:ext cx="1917087" cy="47636"/>
        </a:xfrm>
        <a:custGeom>
          <a:avLst/>
          <a:gdLst/>
          <a:ahLst/>
          <a:cxnLst/>
          <a:rect l="0" t="0" r="0" b="0"/>
          <a:pathLst>
            <a:path>
              <a:moveTo>
                <a:pt x="0" y="23818"/>
              </a:moveTo>
              <a:lnTo>
                <a:pt x="1917087" y="238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C12C7A-5095-45F7-ABBB-6075486C02E4}">
      <dsp:nvSpPr>
        <dsp:cNvPr id="0" name=""/>
        <dsp:cNvSpPr/>
      </dsp:nvSpPr>
      <dsp:spPr>
        <a:xfrm rot="18143328">
          <a:off x="1961007" y="1304351"/>
          <a:ext cx="330287" cy="47636"/>
        </a:xfrm>
        <a:custGeom>
          <a:avLst/>
          <a:gdLst/>
          <a:ahLst/>
          <a:cxnLst/>
          <a:rect l="0" t="0" r="0" b="0"/>
          <a:pathLst>
            <a:path>
              <a:moveTo>
                <a:pt x="0" y="23818"/>
              </a:moveTo>
              <a:lnTo>
                <a:pt x="330287" y="238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B638B9-423D-42E4-9718-789249AE3031}">
      <dsp:nvSpPr>
        <dsp:cNvPr id="0" name=""/>
        <dsp:cNvSpPr/>
      </dsp:nvSpPr>
      <dsp:spPr>
        <a:xfrm>
          <a:off x="0" y="961673"/>
          <a:ext cx="2457100" cy="2006713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9EE19-35F8-40B1-8A50-EFBAADB83CC0}">
      <dsp:nvSpPr>
        <dsp:cNvPr id="0" name=""/>
        <dsp:cNvSpPr/>
      </dsp:nvSpPr>
      <dsp:spPr>
        <a:xfrm>
          <a:off x="1893673" y="142890"/>
          <a:ext cx="1259726" cy="1117658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A </a:t>
          </a:r>
          <a:r>
            <a:rPr lang="fr-FR" sz="1100" kern="1200" dirty="0" err="1"/>
            <a:t>security</a:t>
          </a:r>
          <a:r>
            <a:rPr lang="fr-FR" sz="1100" kern="1200" dirty="0"/>
            <a:t> SRE (Site </a:t>
          </a:r>
          <a:r>
            <a:rPr lang="fr-FR" sz="1100" kern="1200" dirty="0" err="1"/>
            <a:t>Reliability</a:t>
          </a:r>
          <a:r>
            <a:rPr lang="fr-FR" sz="1100" kern="1200" dirty="0"/>
            <a:t> Engineering for </a:t>
          </a:r>
          <a:r>
            <a:rPr lang="fr-FR" sz="1100" kern="1200" dirty="0" err="1"/>
            <a:t>security</a:t>
          </a:r>
          <a:r>
            <a:rPr lang="fr-FR" sz="1100" kern="1200" dirty="0"/>
            <a:t>)</a:t>
          </a:r>
        </a:p>
      </dsp:txBody>
      <dsp:txXfrm>
        <a:off x="2078156" y="306567"/>
        <a:ext cx="890760" cy="790304"/>
      </dsp:txXfrm>
    </dsp:sp>
    <dsp:sp modelId="{652D4D6E-76DF-4C22-9866-AA81F7364AB1}">
      <dsp:nvSpPr>
        <dsp:cNvPr id="0" name=""/>
        <dsp:cNvSpPr/>
      </dsp:nvSpPr>
      <dsp:spPr>
        <a:xfrm>
          <a:off x="3888503" y="87185"/>
          <a:ext cx="1118537" cy="1099454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A </a:t>
          </a:r>
          <a:r>
            <a:rPr lang="fr-FR" sz="1200" kern="1200" dirty="0" err="1"/>
            <a:t>governance</a:t>
          </a:r>
          <a:r>
            <a:rPr lang="fr-FR" sz="1200" kern="1200" dirty="0"/>
            <a:t> </a:t>
          </a:r>
          <a:r>
            <a:rPr lang="fr-FR" sz="1200" kern="1200" dirty="0" err="1"/>
            <a:t>asssistant</a:t>
          </a:r>
          <a:endParaRPr lang="fr-FR" sz="1200" kern="1200" dirty="0"/>
        </a:p>
      </dsp:txBody>
      <dsp:txXfrm>
        <a:off x="4052309" y="248196"/>
        <a:ext cx="790925" cy="777432"/>
      </dsp:txXfrm>
    </dsp:sp>
    <dsp:sp modelId="{EC8649FD-1086-4431-862D-A7434C612A7C}">
      <dsp:nvSpPr>
        <dsp:cNvPr id="0" name=""/>
        <dsp:cNvSpPr/>
      </dsp:nvSpPr>
      <dsp:spPr>
        <a:xfrm>
          <a:off x="4341920" y="1380506"/>
          <a:ext cx="1124848" cy="1175295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A </a:t>
          </a:r>
          <a:r>
            <a:rPr lang="fr-FR" sz="1200" kern="1200" dirty="0" err="1"/>
            <a:t>risk</a:t>
          </a:r>
          <a:r>
            <a:rPr lang="fr-FR" sz="1200" kern="1200" dirty="0"/>
            <a:t> </a:t>
          </a:r>
          <a:r>
            <a:rPr lang="fr-FR" sz="1200" kern="1200" dirty="0" err="1"/>
            <a:t>aware</a:t>
          </a:r>
          <a:r>
            <a:rPr lang="fr-FR" sz="1200" kern="1200" dirty="0"/>
            <a:t> control </a:t>
          </a:r>
          <a:r>
            <a:rPr lang="fr-FR" sz="1200" kern="1200" dirty="0" err="1"/>
            <a:t>tower</a:t>
          </a:r>
          <a:endParaRPr lang="fr-FR" sz="1200" kern="1200" dirty="0"/>
        </a:p>
      </dsp:txBody>
      <dsp:txXfrm>
        <a:off x="4506650" y="1552624"/>
        <a:ext cx="795388" cy="831059"/>
      </dsp:txXfrm>
    </dsp:sp>
    <dsp:sp modelId="{5C6D0980-B934-41CD-8156-EDD46668AB84}">
      <dsp:nvSpPr>
        <dsp:cNvPr id="0" name=""/>
        <dsp:cNvSpPr/>
      </dsp:nvSpPr>
      <dsp:spPr>
        <a:xfrm>
          <a:off x="3637235" y="2706408"/>
          <a:ext cx="1257150" cy="1280694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An </a:t>
          </a:r>
          <a:r>
            <a:rPr lang="fr-FR" sz="1200" kern="1200" dirty="0" err="1"/>
            <a:t>automated</a:t>
          </a:r>
          <a:r>
            <a:rPr lang="fr-FR" sz="1200" kern="1200" dirty="0"/>
            <a:t> Cloud SOC</a:t>
          </a:r>
        </a:p>
      </dsp:txBody>
      <dsp:txXfrm>
        <a:off x="3821340" y="2893961"/>
        <a:ext cx="888940" cy="9055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61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BD300-D095-EA91-B492-6621E4668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7DF60-5DF5-D066-E055-D4854FEEF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EAE5C-49E2-27F2-5FE0-FD1C6A9F2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idea here is to enable anyone to use AI to improve their productivity.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7EB47-BA22-00B6-C163-0306042D0D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26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idea here is to enable anyone to use AI to improve their productivity.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idea here is to enable anyone to use AI to improve their productivity.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01160-AB66-C4F4-C484-C0DBB9DD2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C06A7-00AB-3A98-C971-5ABBF3ACA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83D62-2A6B-5BC6-672E-8C75DFC31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0B0A9-6869-4697-34A5-605236C01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94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AC246-F332-B41E-CE09-0A9B3959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A48CE-7012-AA22-8A8E-8D65ECD1F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452A8-10CD-6906-968B-411AA785B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AEB23-85D8-2546-7D8E-77F6DE1F4A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15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C1887-D66F-84AA-3F58-7B9819A1D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E6CFE-E695-CAB4-67CB-F43711F3C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8D1DD-DD79-A4EA-AFD0-C52FCCA16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36419-ED48-2F16-581D-20ACA4A148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14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50F2D11-312A-2E41-A5D6-0E2E691CCD3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17187" y="4927600"/>
            <a:ext cx="3381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vgsilh.com/image/468289.html" TargetMode="Externa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1097280" cy="1097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4572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FOR </a:t>
            </a:r>
          </a:p>
          <a:p>
            <a:pPr marL="0" indent="0">
              <a:buNone/>
            </a:pPr>
            <a:r>
              <a:rPr lang="en-US" sz="4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serving large-scale cloud remediation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9F1DF-373E-D3C6-E60C-30042073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
            <a:extLst>
              <a:ext uri="{FF2B5EF4-FFF2-40B4-BE49-F238E27FC236}">
                <a16:creationId xmlns:a16="http://schemas.microsoft.com/office/drawing/2014/main" id="{9224E71F-A906-181A-7607-FFEB82FE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B9D0575-FE2D-04C3-2F51-0D37807767A3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215675D-D008-1C5F-3FDC-915268508581}"/>
              </a:ext>
            </a:extLst>
          </p:cNvPr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</a:t>
            </a:r>
            <a:endParaRPr lang="en-US" sz="3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41C2359-ECF3-01AF-F6A3-66DED06F8947}"/>
              </a:ext>
            </a:extLst>
          </p:cNvPr>
          <p:cNvSpPr/>
          <p:nvPr/>
        </p:nvSpPr>
        <p:spPr>
          <a:xfrm>
            <a:off x="914400" y="685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security relies on a massive volume of data and alerts.</a:t>
            </a:r>
            <a:endParaRPr lang="en-US" sz="1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DEB9A1C-29E3-C8B3-4334-4071E9CB81B5}"/>
              </a:ext>
            </a:extLst>
          </p:cNvPr>
          <p:cNvSpPr/>
          <p:nvPr/>
        </p:nvSpPr>
        <p:spPr>
          <a:xfrm>
            <a:off x="365760" y="1371600"/>
            <a:ext cx="2651760" cy="3017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A680211-2F48-407B-8DF5-FCBEB950F26E}"/>
              </a:ext>
            </a:extLst>
          </p:cNvPr>
          <p:cNvSpPr/>
          <p:nvPr/>
        </p:nvSpPr>
        <p:spPr>
          <a:xfrm>
            <a:off x="365760" y="1371600"/>
            <a:ext cx="2651760" cy="5486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11853A4-DB22-87A0-716F-98CFA101B1FD}"/>
              </a:ext>
            </a:extLst>
          </p:cNvPr>
          <p:cNvSpPr/>
          <p:nvPr/>
        </p:nvSpPr>
        <p:spPr>
          <a:xfrm>
            <a:off x="1280160" y="1645920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D9CE8E12-6F94-2C83-7D89-705D62E0B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828800"/>
            <a:ext cx="457200" cy="45720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2213D73D-5F20-A884-978D-C302E4F6F661}"/>
              </a:ext>
            </a:extLst>
          </p:cNvPr>
          <p:cNvSpPr/>
          <p:nvPr/>
        </p:nvSpPr>
        <p:spPr>
          <a:xfrm>
            <a:off x="54864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Alerts</a:t>
            </a:r>
            <a:endParaRPr lang="en-US" sz="2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22FAD0D-9407-B355-55D2-342756537F88}"/>
              </a:ext>
            </a:extLst>
          </p:cNvPr>
          <p:cNvSpPr/>
          <p:nvPr/>
        </p:nvSpPr>
        <p:spPr>
          <a:xfrm>
            <a:off x="54864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 of thousands of alerts coming from Prisma, Defender, and Qualys.</a:t>
            </a:r>
            <a:endParaRPr lang="en-US" sz="120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3071712D-7BBA-BA7F-418D-45D7CC577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2560320"/>
            <a:ext cx="274320" cy="274320"/>
          </a:xfrm>
          <a:prstGeom prst="rect">
            <a:avLst/>
          </a:prstGeom>
        </p:spPr>
      </p:pic>
      <p:sp>
        <p:nvSpPr>
          <p:cNvPr id="13" name="Shape 8">
            <a:extLst>
              <a:ext uri="{FF2B5EF4-FFF2-40B4-BE49-F238E27FC236}">
                <a16:creationId xmlns:a16="http://schemas.microsoft.com/office/drawing/2014/main" id="{D052BBAC-EB1A-64AE-C551-3B1D6E9D31D7}"/>
              </a:ext>
            </a:extLst>
          </p:cNvPr>
          <p:cNvSpPr/>
          <p:nvPr/>
        </p:nvSpPr>
        <p:spPr>
          <a:xfrm>
            <a:off x="3383280" y="1371600"/>
            <a:ext cx="2651760" cy="3017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3177DD8D-0541-498A-2961-EC0C7E8E28E6}"/>
              </a:ext>
            </a:extLst>
          </p:cNvPr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69FD58D-E18F-E50E-1E5D-A1F3E12C3ADA}"/>
              </a:ext>
            </a:extLst>
          </p:cNvPr>
          <p:cNvSpPr/>
          <p:nvPr/>
        </p:nvSpPr>
        <p:spPr>
          <a:xfrm>
            <a:off x="4297680" y="1645920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F29A3A6D-6827-B6FF-2F43-72F25F450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1828800"/>
            <a:ext cx="457200" cy="45720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F775770A-4FE5-728C-D58F-9EA1862E6E4D}"/>
              </a:ext>
            </a:extLst>
          </p:cNvPr>
          <p:cNvSpPr/>
          <p:nvPr/>
        </p:nvSpPr>
        <p:spPr>
          <a:xfrm>
            <a:off x="356616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Complexity</a:t>
            </a:r>
            <a:endParaRPr lang="en-US" sz="20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FDA2350-BDEC-CF72-CEB8-0E3035AA66FF}"/>
              </a:ext>
            </a:extLst>
          </p:cNvPr>
          <p:cNvSpPr/>
          <p:nvPr/>
        </p:nvSpPr>
        <p:spPr>
          <a:xfrm>
            <a:off x="356616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environments with multiple landing zones, foundations, networking, and identity layers.</a:t>
            </a:r>
            <a:endParaRPr lang="en-US" sz="1200" dirty="0"/>
          </a:p>
        </p:txBody>
      </p:sp>
      <p:pic>
        <p:nvPicPr>
          <p:cNvPr id="19" name="Image 4" descr="preencoded.png">
            <a:extLst>
              <a:ext uri="{FF2B5EF4-FFF2-40B4-BE49-F238E27FC236}">
                <a16:creationId xmlns:a16="http://schemas.microsoft.com/office/drawing/2014/main" id="{7E043173-09A0-DFE7-2833-1917CA77C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560320"/>
            <a:ext cx="274320" cy="274320"/>
          </a:xfrm>
          <a:prstGeom prst="rect">
            <a:avLst/>
          </a:prstGeom>
        </p:spPr>
      </p:pic>
      <p:sp>
        <p:nvSpPr>
          <p:cNvPr id="20" name="Shape 13">
            <a:extLst>
              <a:ext uri="{FF2B5EF4-FFF2-40B4-BE49-F238E27FC236}">
                <a16:creationId xmlns:a16="http://schemas.microsoft.com/office/drawing/2014/main" id="{CE4F2E35-1B50-D927-66D7-28AB2EC5F774}"/>
              </a:ext>
            </a:extLst>
          </p:cNvPr>
          <p:cNvSpPr/>
          <p:nvPr/>
        </p:nvSpPr>
        <p:spPr>
          <a:xfrm>
            <a:off x="6400800" y="1371600"/>
            <a:ext cx="2651760" cy="3017520"/>
          </a:xfrm>
          <a:prstGeom prst="rect">
            <a:avLst/>
          </a:prstGeom>
          <a:solidFill>
            <a:srgbClr val="E5E5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1A5125C0-7F3E-0D5F-C3DC-C7FBC770D204}"/>
              </a:ext>
            </a:extLst>
          </p:cNvPr>
          <p:cNvSpPr/>
          <p:nvPr/>
        </p:nvSpPr>
        <p:spPr>
          <a:xfrm>
            <a:off x="6400800" y="1371600"/>
            <a:ext cx="2651760" cy="5486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BC55DF10-937E-FDC4-F2E1-6F03970C676A}"/>
              </a:ext>
            </a:extLst>
          </p:cNvPr>
          <p:cNvSpPr/>
          <p:nvPr/>
        </p:nvSpPr>
        <p:spPr>
          <a:xfrm>
            <a:off x="7315200" y="1645920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5" descr="preencoded.png">
            <a:extLst>
              <a:ext uri="{FF2B5EF4-FFF2-40B4-BE49-F238E27FC236}">
                <a16:creationId xmlns:a16="http://schemas.microsoft.com/office/drawing/2014/main" id="{482CD496-685F-819E-AD54-D2A24A3ECC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1828800"/>
            <a:ext cx="457200" cy="457200"/>
          </a:xfrm>
          <a:prstGeom prst="rect">
            <a:avLst/>
          </a:prstGeom>
        </p:spPr>
      </p:pic>
      <p:sp>
        <p:nvSpPr>
          <p:cNvPr id="24" name="Text 16">
            <a:extLst>
              <a:ext uri="{FF2B5EF4-FFF2-40B4-BE49-F238E27FC236}">
                <a16:creationId xmlns:a16="http://schemas.microsoft.com/office/drawing/2014/main" id="{592B860C-3F0C-B2C0-25CF-064834530BC9}"/>
              </a:ext>
            </a:extLst>
          </p:cNvPr>
          <p:cNvSpPr/>
          <p:nvPr/>
        </p:nvSpPr>
        <p:spPr>
          <a:xfrm>
            <a:off x="658368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Criticality</a:t>
            </a:r>
            <a:endParaRPr lang="en-US" sz="20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B7878974-97F7-433C-CAFF-0DBDBD1E087A}"/>
              </a:ext>
            </a:extLst>
          </p:cNvPr>
          <p:cNvSpPr/>
          <p:nvPr/>
        </p:nvSpPr>
        <p:spPr>
          <a:xfrm>
            <a:off x="658368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ranging from trivial (missing logs) to highly sensitive issues (public access, PE, firewall)</a:t>
            </a:r>
            <a:endParaRPr lang="en-US" sz="12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BE708A59-77EA-88B1-367F-49EFC31A29BB}"/>
              </a:ext>
            </a:extLst>
          </p:cNvPr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0824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340" y="1001295"/>
            <a:ext cx="91440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6970" y="200713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18" name="Text 1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327F1901-9C45-4D82-7E6A-20BCFAEFFD53}"/>
              </a:ext>
            </a:extLst>
          </p:cNvPr>
          <p:cNvSpPr/>
          <p:nvPr/>
        </p:nvSpPr>
        <p:spPr>
          <a:xfrm>
            <a:off x="175667" y="1001295"/>
            <a:ext cx="1517904" cy="877824"/>
          </a:xfrm>
          <a:prstGeom prst="ellipse">
            <a:avLst/>
          </a:prstGeom>
          <a:solidFill>
            <a:srgbClr val="00008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Too</a:t>
            </a:r>
            <a:r>
              <a:rPr lang="fr-FR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fr-FR" sz="12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many</a:t>
            </a:r>
            <a:r>
              <a:rPr lang="fr-FR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fr-FR" sz="12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Alerts</a:t>
            </a:r>
            <a:endParaRPr lang="fr-FR" sz="12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44A483BE-0DDB-06A1-8B45-F55B5A3B08D8}"/>
              </a:ext>
            </a:extLst>
          </p:cNvPr>
          <p:cNvSpPr/>
          <p:nvPr/>
        </p:nvSpPr>
        <p:spPr>
          <a:xfrm>
            <a:off x="777240" y="2537304"/>
            <a:ext cx="1517904" cy="877824"/>
          </a:xfrm>
          <a:prstGeom prst="ellipse">
            <a:avLst/>
          </a:prstGeom>
          <a:solidFill>
            <a:srgbClr val="00008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Very high </a:t>
            </a:r>
            <a:r>
              <a:rPr lang="fr-FR" sz="12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analysis</a:t>
            </a:r>
            <a:r>
              <a:rPr lang="fr-FR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time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27831AA7-0BFB-AD6F-782A-B41FF3887AAD}"/>
              </a:ext>
            </a:extLst>
          </p:cNvPr>
          <p:cNvSpPr/>
          <p:nvPr/>
        </p:nvSpPr>
        <p:spPr>
          <a:xfrm>
            <a:off x="4855829" y="3276553"/>
            <a:ext cx="1517904" cy="877824"/>
          </a:xfrm>
          <a:prstGeom prst="ellipse">
            <a:avLst/>
          </a:prstGeom>
          <a:solidFill>
            <a:srgbClr val="00008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High risk of human error</a:t>
            </a:r>
            <a:endParaRPr lang="fr-FR" sz="12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27E0B4F5-7BC3-B56C-F9EE-436238CAA456}"/>
              </a:ext>
            </a:extLst>
          </p:cNvPr>
          <p:cNvSpPr/>
          <p:nvPr/>
        </p:nvSpPr>
        <p:spPr>
          <a:xfrm>
            <a:off x="2859236" y="3267848"/>
            <a:ext cx="1517904" cy="877824"/>
          </a:xfrm>
          <a:prstGeom prst="ellipse">
            <a:avLst/>
          </a:prstGeom>
          <a:solidFill>
            <a:srgbClr val="00008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Exhausting</a:t>
            </a:r>
            <a:r>
              <a:rPr lang="fr-FR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fr-FR" sz="12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repetitive</a:t>
            </a:r>
            <a:r>
              <a:rPr lang="fr-FR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fr-FR" sz="12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tasks</a:t>
            </a:r>
            <a:endParaRPr lang="fr-FR" sz="12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9BD698E5-9C1F-AC31-16E9-A9B225FF7EA3}"/>
              </a:ext>
            </a:extLst>
          </p:cNvPr>
          <p:cNvSpPr/>
          <p:nvPr/>
        </p:nvSpPr>
        <p:spPr>
          <a:xfrm>
            <a:off x="6556389" y="2537304"/>
            <a:ext cx="1887525" cy="1077468"/>
          </a:xfrm>
          <a:prstGeom prst="ellipse">
            <a:avLst/>
          </a:prstGeom>
          <a:solidFill>
            <a:srgbClr val="00008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Prioritization not always aligned with actual risk</a:t>
            </a:r>
            <a:endParaRPr lang="fr-FR" sz="12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CFF28159-DF60-B42B-E7A3-BB10C3EAAF0C}"/>
              </a:ext>
            </a:extLst>
          </p:cNvPr>
          <p:cNvSpPr/>
          <p:nvPr/>
        </p:nvSpPr>
        <p:spPr>
          <a:xfrm>
            <a:off x="7032010" y="728134"/>
            <a:ext cx="2111990" cy="1316736"/>
          </a:xfrm>
          <a:prstGeom prst="ellipse">
            <a:avLst/>
          </a:prstGeom>
          <a:solidFill>
            <a:srgbClr val="00008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Limited unified visibility from “risk → action → remediation → cost impact ”</a:t>
            </a:r>
            <a:endParaRPr lang="fr-FR" sz="12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</a:t>
            </a:r>
            <a:r>
              <a:rPr lang="en-US" sz="3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640080"/>
            <a:ext cx="7772400" cy="742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 Automated Security Checker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Transforming Manual, Time-consuming and error-prone security workflows, into an intelligent, automated end to end process – In seconds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388620" y="1719748"/>
            <a:ext cx="2651760" cy="255110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388620" y="1666779"/>
            <a:ext cx="2651760" cy="5486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1211375" y="1771232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9" name="Image 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/>
        </p:blipFill>
        <p:spPr>
          <a:xfrm>
            <a:off x="1394255" y="1955004"/>
            <a:ext cx="457200" cy="4063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8601" y="2766698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Ingestion &amp; Enrichment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9469" y="3234598"/>
            <a:ext cx="2286000" cy="683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consolidation from Prisma, Defender, Qualys, enriched with Azure content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8264" y="2849348"/>
            <a:ext cx="27432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378284" y="1710958"/>
            <a:ext cx="2651760" cy="255110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3378284" y="1672671"/>
            <a:ext cx="2651760" cy="5486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1"/>
          <p:cNvSpPr/>
          <p:nvPr/>
        </p:nvSpPr>
        <p:spPr>
          <a:xfrm>
            <a:off x="3466986" y="2785136"/>
            <a:ext cx="23888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Prioritization &amp; Analysis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535463" y="33240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risk ranking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691" y="2862495"/>
            <a:ext cx="274320" cy="27432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349399" y="1719749"/>
            <a:ext cx="2651760" cy="2542310"/>
          </a:xfrm>
          <a:prstGeom prst="rect">
            <a:avLst/>
          </a:prstGeom>
          <a:solidFill>
            <a:srgbClr val="E5E5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4"/>
          <p:cNvSpPr/>
          <p:nvPr/>
        </p:nvSpPr>
        <p:spPr>
          <a:xfrm>
            <a:off x="6349399" y="1661801"/>
            <a:ext cx="2651760" cy="5486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5"/>
          <p:cNvSpPr/>
          <p:nvPr/>
        </p:nvSpPr>
        <p:spPr>
          <a:xfrm>
            <a:off x="7360920" y="1772383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3382" y="1935183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80942" y="280577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&amp; Remediation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6580942" y="3320610"/>
            <a:ext cx="2286000" cy="51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proposals and code generation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FF6A59F6-846D-5ABC-E64A-A7A05386C948}"/>
              </a:ext>
            </a:extLst>
          </p:cNvPr>
          <p:cNvSpPr/>
          <p:nvPr/>
        </p:nvSpPr>
        <p:spPr>
          <a:xfrm>
            <a:off x="4324407" y="1818975"/>
            <a:ext cx="731520" cy="73152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AFF3AAD8-9E81-AD19-0D9F-4BE1882C05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5583" y="1992335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5">
            <a:extLst>
              <a:ext uri="{FF2B5EF4-FFF2-40B4-BE49-F238E27FC236}">
                <a16:creationId xmlns:a16="http://schemas.microsoft.com/office/drawing/2014/main" id="{5F9CD66B-2CD9-CADC-3447-E8CABDF58552}"/>
              </a:ext>
            </a:extLst>
          </p:cNvPr>
          <p:cNvSpPr/>
          <p:nvPr/>
        </p:nvSpPr>
        <p:spPr>
          <a:xfrm>
            <a:off x="4081697" y="1892387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3C8D287C-4649-37D5-1E1C-57B8254FDF10}"/>
              </a:ext>
            </a:extLst>
          </p:cNvPr>
          <p:cNvSpPr/>
          <p:nvPr/>
        </p:nvSpPr>
        <p:spPr>
          <a:xfrm>
            <a:off x="2353774" y="1885034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02A79635-D1C7-12BD-CE08-67F02AABEA97}"/>
              </a:ext>
            </a:extLst>
          </p:cNvPr>
          <p:cNvSpPr/>
          <p:nvPr/>
        </p:nvSpPr>
        <p:spPr>
          <a:xfrm>
            <a:off x="680844" y="1889479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Functionality of the Automated Security Checker 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07952" y="1250955"/>
            <a:ext cx="1366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Intelligent Ingestion</a:t>
            </a:r>
            <a:b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(Alert Collector)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E1A0CF59-0ED5-FDA7-0161-9B60F3C426E2}"/>
              </a:ext>
            </a:extLst>
          </p:cNvPr>
          <p:cNvSpPr/>
          <p:nvPr/>
        </p:nvSpPr>
        <p:spPr>
          <a:xfrm>
            <a:off x="2015456" y="1251336"/>
            <a:ext cx="1654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Automated Prioritization</a:t>
            </a:r>
            <a:b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(Risk Engine)</a:t>
            </a:r>
            <a:endParaRPr lang="en-US" sz="10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9F86BC05-6F70-411D-73AE-03E628FF24AF}"/>
              </a:ext>
            </a:extLst>
          </p:cNvPr>
          <p:cNvSpPr/>
          <p:nvPr/>
        </p:nvSpPr>
        <p:spPr>
          <a:xfrm>
            <a:off x="3920137" y="1301722"/>
            <a:ext cx="1702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Technical Analysis Prioritization</a:t>
            </a:r>
            <a:b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(Impact Analyzer)</a:t>
            </a:r>
            <a:endParaRPr lang="en-US" sz="10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599D18BB-B559-BD2F-B09B-4E580FA8A36D}"/>
              </a:ext>
            </a:extLst>
          </p:cNvPr>
          <p:cNvSpPr/>
          <p:nvPr/>
        </p:nvSpPr>
        <p:spPr>
          <a:xfrm>
            <a:off x="5730835" y="1231016"/>
            <a:ext cx="1021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Remediation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(Fix Generator)</a:t>
            </a:r>
            <a:endParaRPr lang="en-US" sz="10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240198D8-B340-D64B-5CF4-4EB620C5FCD2}"/>
              </a:ext>
            </a:extLst>
          </p:cNvPr>
          <p:cNvSpPr/>
          <p:nvPr/>
        </p:nvSpPr>
        <p:spPr>
          <a:xfrm>
            <a:off x="7459087" y="1231016"/>
            <a:ext cx="1730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5-Follow-up &amp; Documentation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(Compliance Reporter)</a:t>
            </a:r>
            <a:endParaRPr lang="en-US" sz="10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2FF510F5-6D7E-E799-56E4-B02C44DB9EE6}"/>
              </a:ext>
            </a:extLst>
          </p:cNvPr>
          <p:cNvSpPr/>
          <p:nvPr/>
        </p:nvSpPr>
        <p:spPr>
          <a:xfrm>
            <a:off x="407952" y="3013683"/>
            <a:ext cx="1607504" cy="79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of alerts </a:t>
            </a: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main.</a:t>
            </a:r>
            <a:b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 with environment, criticality, data type and network exposure</a:t>
            </a:r>
            <a:endParaRPr lang="en-US" sz="10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F22A6449-180E-0C31-F11E-E0857976413C}"/>
              </a:ext>
            </a:extLst>
          </p:cNvPr>
          <p:cNvSpPr/>
          <p:nvPr/>
        </p:nvSpPr>
        <p:spPr>
          <a:xfrm>
            <a:off x="2143388" y="3018763"/>
            <a:ext cx="177429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of alerts sources alerts into </a:t>
            </a:r>
          </a:p>
          <a:p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– P3 based on exposure and vulnerability</a:t>
            </a:r>
            <a:endParaRPr lang="en-US" sz="10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D8E49485-C1BA-B25A-E20B-E06998D2B70D}"/>
              </a:ext>
            </a:extLst>
          </p:cNvPr>
          <p:cNvSpPr/>
          <p:nvPr/>
        </p:nvSpPr>
        <p:spPr>
          <a:xfrm>
            <a:off x="3996620" y="3013683"/>
            <a:ext cx="15492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Determined of </a:t>
            </a: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dependencies and Linked Azure objects</a:t>
            </a: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2B03C991-2066-4368-CD8F-EC11906C6D42}"/>
              </a:ext>
            </a:extLst>
          </p:cNvPr>
          <p:cNvSpPr/>
          <p:nvPr/>
        </p:nvSpPr>
        <p:spPr>
          <a:xfrm>
            <a:off x="5730835" y="3023843"/>
            <a:ext cx="1363279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of </a:t>
            </a: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CLI Scripts, TF Files / PS1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for application teams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 Change Files</a:t>
            </a: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D73B91B8-723D-88BC-D27D-5B8D857543D1}"/>
              </a:ext>
            </a:extLst>
          </p:cNvPr>
          <p:cNvSpPr/>
          <p:nvPr/>
        </p:nvSpPr>
        <p:spPr>
          <a:xfrm>
            <a:off x="7456965" y="3013683"/>
            <a:ext cx="1607504" cy="647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summaries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updates</a:t>
            </a:r>
            <a:endParaRPr lang="en-US" sz="1000" b="1" dirty="0">
              <a:solidFill>
                <a:srgbClr val="00008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31" name="Graphique 30">
            <a:extLst>
              <a:ext uri="{FF2B5EF4-FFF2-40B4-BE49-F238E27FC236}">
                <a16:creationId xmlns:a16="http://schemas.microsoft.com/office/drawing/2014/main" id="{0ACBF634-5B66-E9AF-17FF-16B6E1486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221" y="2046958"/>
            <a:ext cx="513819" cy="513819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0C0788CA-96E8-E998-B0B1-97F18C1EE1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7135" y="1938286"/>
            <a:ext cx="622491" cy="622491"/>
          </a:xfrm>
          <a:prstGeom prst="rect">
            <a:avLst/>
          </a:prstGeom>
        </p:spPr>
      </p:pic>
      <p:pic>
        <p:nvPicPr>
          <p:cNvPr id="37" name="Graphique 36">
            <a:extLst>
              <a:ext uri="{FF2B5EF4-FFF2-40B4-BE49-F238E27FC236}">
                <a16:creationId xmlns:a16="http://schemas.microsoft.com/office/drawing/2014/main" id="{11A7875D-E40B-F8E6-07C8-6FCDB895A5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4049" y="1956815"/>
            <a:ext cx="626871" cy="626871"/>
          </a:xfrm>
          <a:prstGeom prst="rect">
            <a:avLst/>
          </a:prstGeom>
        </p:spPr>
      </p:pic>
      <p:sp>
        <p:nvSpPr>
          <p:cNvPr id="39" name="Shape 5">
            <a:extLst>
              <a:ext uri="{FF2B5EF4-FFF2-40B4-BE49-F238E27FC236}">
                <a16:creationId xmlns:a16="http://schemas.microsoft.com/office/drawing/2014/main" id="{D052B9ED-AA2F-98A4-C6D4-749FA3B96DB9}"/>
              </a:ext>
            </a:extLst>
          </p:cNvPr>
          <p:cNvSpPr/>
          <p:nvPr/>
        </p:nvSpPr>
        <p:spPr>
          <a:xfrm>
            <a:off x="5843616" y="1885034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68AC73C8-D8E7-A9FF-C0CA-18FE6265B9AA}"/>
              </a:ext>
            </a:extLst>
          </p:cNvPr>
          <p:cNvSpPr/>
          <p:nvPr/>
        </p:nvSpPr>
        <p:spPr>
          <a:xfrm>
            <a:off x="7571539" y="1885034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44" name="Graphique 43">
            <a:extLst>
              <a:ext uri="{FF2B5EF4-FFF2-40B4-BE49-F238E27FC236}">
                <a16:creationId xmlns:a16="http://schemas.microsoft.com/office/drawing/2014/main" id="{E0DF5FE0-7813-7B1A-28B4-93BC2945BA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05321" y="2002664"/>
            <a:ext cx="555396" cy="555396"/>
          </a:xfrm>
          <a:prstGeom prst="rect">
            <a:avLst/>
          </a:prstGeom>
        </p:spPr>
      </p:pic>
      <p:pic>
        <p:nvPicPr>
          <p:cNvPr id="46" name="Graphique 45">
            <a:extLst>
              <a:ext uri="{FF2B5EF4-FFF2-40B4-BE49-F238E27FC236}">
                <a16:creationId xmlns:a16="http://schemas.microsoft.com/office/drawing/2014/main" id="{7C005453-2035-932E-6B8D-39AF0A9319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52089" y="1985258"/>
            <a:ext cx="622512" cy="6225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685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example where IA can be useful for the security stream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F676EA9-4092-D61D-3E5C-1B7FB23A90F8}"/>
              </a:ext>
            </a:extLst>
          </p:cNvPr>
          <p:cNvSpPr/>
          <p:nvPr/>
        </p:nvSpPr>
        <p:spPr>
          <a:xfrm>
            <a:off x="4288734" y="2051569"/>
            <a:ext cx="4704522" cy="104036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 err="1"/>
              <a:t>Easy</a:t>
            </a:r>
            <a:r>
              <a:rPr lang="fr-FR" sz="1000" dirty="0"/>
              <a:t> Case : </a:t>
            </a:r>
            <a:r>
              <a:rPr lang="fr-FR" sz="1000" dirty="0" err="1"/>
              <a:t>Ensure</a:t>
            </a:r>
            <a:r>
              <a:rPr lang="fr-FR" sz="1000" dirty="0"/>
              <a:t> Soft </a:t>
            </a:r>
            <a:r>
              <a:rPr lang="fr-FR" sz="1000" dirty="0" err="1"/>
              <a:t>Delete</a:t>
            </a:r>
            <a:r>
              <a:rPr lang="fr-FR" sz="1000" dirty="0"/>
              <a:t> </a:t>
            </a:r>
            <a:r>
              <a:rPr lang="fr-FR" sz="1000" dirty="0" err="1"/>
              <a:t>is</a:t>
            </a:r>
            <a:r>
              <a:rPr lang="fr-FR" sz="1000" dirty="0"/>
              <a:t> </a:t>
            </a:r>
            <a:r>
              <a:rPr lang="fr-FR" sz="1000" dirty="0" err="1"/>
              <a:t>enabled</a:t>
            </a:r>
            <a:r>
              <a:rPr lang="fr-FR" sz="1000" dirty="0"/>
              <a:t> for Azure Storage</a:t>
            </a:r>
          </a:p>
          <a:p>
            <a:r>
              <a:rPr lang="fr-FR" sz="1000" dirty="0"/>
              <a:t>IA help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 err="1"/>
              <a:t>Detect</a:t>
            </a:r>
            <a:r>
              <a:rPr lang="fr-FR" sz="1000" dirty="0"/>
              <a:t> the </a:t>
            </a:r>
            <a:r>
              <a:rPr lang="fr-FR" sz="1000" dirty="0" err="1"/>
              <a:t>lack</a:t>
            </a:r>
            <a:endParaRPr lang="fr-F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 err="1"/>
              <a:t>Generates</a:t>
            </a:r>
            <a:r>
              <a:rPr lang="fr-FR" sz="1000" dirty="0"/>
              <a:t> the script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Proposes the </a:t>
            </a:r>
            <a:r>
              <a:rPr lang="fr-FR" sz="1000" dirty="0" err="1"/>
              <a:t>policy</a:t>
            </a:r>
            <a:endParaRPr lang="fr-F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Draft the email to the app team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50C719E-2538-0238-7CF3-EB6B62876AB6}"/>
              </a:ext>
            </a:extLst>
          </p:cNvPr>
          <p:cNvSpPr/>
          <p:nvPr/>
        </p:nvSpPr>
        <p:spPr>
          <a:xfrm>
            <a:off x="4239038" y="3222665"/>
            <a:ext cx="4704522" cy="128075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/>
              <a:t>Middle Case: </a:t>
            </a:r>
            <a:r>
              <a:rPr lang="en-US" sz="1000" dirty="0"/>
              <a:t>[AXL] Azure Storage Account default network access is set to 'Allow’</a:t>
            </a:r>
          </a:p>
          <a:p>
            <a:r>
              <a:rPr lang="en-US" sz="1000" dirty="0"/>
              <a:t>AI generated </a:t>
            </a:r>
            <a:r>
              <a:rPr lang="en-US" sz="1000" dirty="0" err="1"/>
              <a:t>ouput</a:t>
            </a:r>
            <a:r>
              <a:rPr lang="en-US" sz="100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Probable list of dependance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Checklist of migration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Complete CLI scripts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Validation tests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Applicative message &amp; risk level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Human verifies and executes</a:t>
            </a:r>
            <a:endParaRPr lang="fr-FR" sz="1000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669E934-83BA-544D-1E4B-80EA230A29D8}"/>
              </a:ext>
            </a:extLst>
          </p:cNvPr>
          <p:cNvSpPr/>
          <p:nvPr/>
        </p:nvSpPr>
        <p:spPr>
          <a:xfrm>
            <a:off x="4288734" y="1181166"/>
            <a:ext cx="4704522" cy="7467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 err="1"/>
              <a:t>Before</a:t>
            </a:r>
            <a:r>
              <a:rPr lang="fr-FR" sz="1000" dirty="0"/>
              <a:t> </a:t>
            </a:r>
            <a:r>
              <a:rPr lang="fr-FR" sz="1000" dirty="0" err="1"/>
              <a:t>Act</a:t>
            </a:r>
            <a:r>
              <a:rPr lang="fr-FR" sz="1000" dirty="0"/>
              <a:t>:</a:t>
            </a:r>
          </a:p>
          <a:p>
            <a:r>
              <a:rPr lang="fr-FR" sz="1000" dirty="0"/>
              <a:t>IA help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Check false positive / </a:t>
            </a:r>
            <a:r>
              <a:rPr lang="fr-FR" sz="1000" dirty="0" err="1"/>
              <a:t>already</a:t>
            </a:r>
            <a:r>
              <a:rPr lang="fr-FR" sz="1000" dirty="0"/>
              <a:t> </a:t>
            </a:r>
            <a:r>
              <a:rPr lang="fr-FR" sz="1000" dirty="0" err="1"/>
              <a:t>remediated</a:t>
            </a:r>
            <a:r>
              <a:rPr lang="fr-FR" sz="1000" dirty="0"/>
              <a:t> ressource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 err="1"/>
              <a:t>Evaluate</a:t>
            </a:r>
            <a:r>
              <a:rPr lang="fr-FR" sz="1000" dirty="0"/>
              <a:t> </a:t>
            </a:r>
            <a:r>
              <a:rPr lang="fr-FR" sz="1000" dirty="0" err="1"/>
              <a:t>potential</a:t>
            </a:r>
            <a:r>
              <a:rPr lang="fr-FR" sz="1000" dirty="0"/>
              <a:t> </a:t>
            </a:r>
            <a:r>
              <a:rPr lang="fr-FR" sz="1000" dirty="0" err="1"/>
              <a:t>cost</a:t>
            </a:r>
            <a:r>
              <a:rPr lang="fr-FR" sz="1000" dirty="0"/>
              <a:t> </a:t>
            </a:r>
            <a:r>
              <a:rPr lang="fr-FR" sz="1000" dirty="0" err="1"/>
              <a:t>increase</a:t>
            </a:r>
            <a:r>
              <a:rPr lang="fr-FR" sz="1000" dirty="0"/>
              <a:t> </a:t>
            </a:r>
            <a:r>
              <a:rPr lang="fr-FR" sz="1000" dirty="0">
                <a:sym typeface="Wingdings" panose="05000000000000000000" pitchFamily="2" charset="2"/>
              </a:rPr>
              <a:t> </a:t>
            </a:r>
            <a:r>
              <a:rPr lang="en-US" sz="1000" dirty="0"/>
              <a:t>[AXL] Azure DDoS Protection Standard not enabled </a:t>
            </a:r>
            <a:r>
              <a:rPr lang="en-US" sz="1000" dirty="0">
                <a:sym typeface="Wingdings" panose="05000000000000000000" pitchFamily="2" charset="2"/>
              </a:rPr>
              <a:t> </a:t>
            </a:r>
            <a:r>
              <a:rPr lang="en-US" sz="1000" dirty="0"/>
              <a:t>increase cost 2500€ / month by sub for 100 assets</a:t>
            </a:r>
            <a:endParaRPr lang="fr-FR" sz="1000" dirty="0"/>
          </a:p>
        </p:txBody>
      </p:sp>
      <p:graphicFrame>
        <p:nvGraphicFramePr>
          <p:cNvPr id="30" name="Graphique 29">
            <a:extLst>
              <a:ext uri="{FF2B5EF4-FFF2-40B4-BE49-F238E27FC236}">
                <a16:creationId xmlns:a16="http://schemas.microsoft.com/office/drawing/2014/main" id="{1AB28222-633C-A737-A7E6-18EAD7AC3B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039255"/>
              </p:ext>
            </p:extLst>
          </p:nvPr>
        </p:nvGraphicFramePr>
        <p:xfrm>
          <a:off x="-2059056" y="640080"/>
          <a:ext cx="7456004" cy="4328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D49E7-EE77-EB5E-C0CB-B7502838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
            <a:extLst>
              <a:ext uri="{FF2B5EF4-FFF2-40B4-BE49-F238E27FC236}">
                <a16:creationId xmlns:a16="http://schemas.microsoft.com/office/drawing/2014/main" id="{3B3426D9-06BA-40C0-E7ED-920FCB4DD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456E5FE-999B-3849-489A-DD42FEEC7EDD}"/>
              </a:ext>
            </a:extLst>
          </p:cNvPr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022CD3C8-12E8-3FA1-1FA7-C08FF9667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321" y="137160"/>
            <a:ext cx="914400" cy="9144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28497D45-AEE8-1467-CEF8-15DE33ADD416}"/>
              </a:ext>
            </a:extLst>
          </p:cNvPr>
          <p:cNvSpPr/>
          <p:nvPr/>
        </p:nvSpPr>
        <p:spPr>
          <a:xfrm>
            <a:off x="162232" y="19689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DD03E7E-B7EE-42D2-092E-135EC5FE1D6D}"/>
              </a:ext>
            </a:extLst>
          </p:cNvPr>
          <p:cNvSpPr/>
          <p:nvPr/>
        </p:nvSpPr>
        <p:spPr>
          <a:xfrm>
            <a:off x="44245" y="1362464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KNOW WHAT ?</a:t>
            </a:r>
            <a:endParaRPr lang="en-US" sz="4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E327E1E-4A50-66FE-70DE-AF3827E048F1}"/>
              </a:ext>
            </a:extLst>
          </p:cNvPr>
          <p:cNvSpPr/>
          <p:nvPr/>
        </p:nvSpPr>
        <p:spPr>
          <a:xfrm>
            <a:off x="1371600" y="3383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59A0067-5C90-7FCA-C1CD-B9C671BEA572}"/>
              </a:ext>
            </a:extLst>
          </p:cNvPr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6BECE54-FCB2-3F95-FCB7-6C0CDF9FD65F}"/>
              </a:ext>
            </a:extLst>
          </p:cNvPr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17008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7CC819-D762-A6AA-E3A7-1F6EDB7D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
            <a:extLst>
              <a:ext uri="{FF2B5EF4-FFF2-40B4-BE49-F238E27FC236}">
                <a16:creationId xmlns:a16="http://schemas.microsoft.com/office/drawing/2014/main" id="{8CD916EA-338E-5942-001B-370F088A5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8E3D603-7CC7-E0E1-2997-67399A9401BC}"/>
              </a:ext>
            </a:extLst>
          </p:cNvPr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1D8E6370-019E-8E57-1B21-CA7298717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321" y="137160"/>
            <a:ext cx="914400" cy="9144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E6048B89-901A-FA7F-6789-AA04827E4BA2}"/>
              </a:ext>
            </a:extLst>
          </p:cNvPr>
          <p:cNvSpPr/>
          <p:nvPr/>
        </p:nvSpPr>
        <p:spPr>
          <a:xfrm>
            <a:off x="162232" y="19689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2BDD9BD-ACE2-055F-9378-3C04F58A0F8D}"/>
              </a:ext>
            </a:extLst>
          </p:cNvPr>
          <p:cNvSpPr/>
          <p:nvPr/>
        </p:nvSpPr>
        <p:spPr>
          <a:xfrm>
            <a:off x="44245" y="1362464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can be skills</a:t>
            </a:r>
            <a:endParaRPr lang="en-US" sz="4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3AFF8A4-BEFF-5B57-A1E3-24B3BBC97AE0}"/>
              </a:ext>
            </a:extLst>
          </p:cNvPr>
          <p:cNvSpPr/>
          <p:nvPr/>
        </p:nvSpPr>
        <p:spPr>
          <a:xfrm>
            <a:off x="1371600" y="3383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AXA Security Skill automatically assist in the different action to detect, remediate, communicate…</a:t>
            </a:r>
            <a:endParaRPr lang="en-US" sz="15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04F5F14-908F-5C5E-46BF-5ADDB9DAF439}"/>
              </a:ext>
            </a:extLst>
          </p:cNvPr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AEBFBF8-9A5A-5B0A-7D67-A0C828FE055D}"/>
              </a:ext>
            </a:extLst>
          </p:cNvPr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656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</a:t>
            </a:r>
            <a:r>
              <a:rPr lang="en-US" sz="30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VALIDATION</a:t>
            </a:r>
            <a:r>
              <a:rPr lang="en-US" sz="3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PROCESS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team reviews every Skill before it goes live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005840" y="1143000"/>
            <a:ext cx="731520" cy="73152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3258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Created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0040" y="2423160"/>
            <a:ext cx="210312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411480" y="2423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can develop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Skill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1325880"/>
            <a:ext cx="182880" cy="1828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246120" y="1143000"/>
            <a:ext cx="731520" cy="731520"/>
          </a:xfrm>
          <a:prstGeom prst="ellipse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32588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56032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2560320" y="2423160"/>
            <a:ext cx="210312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0"/>
          <p:cNvSpPr/>
          <p:nvPr/>
        </p:nvSpPr>
        <p:spPr>
          <a:xfrm>
            <a:off x="2651760" y="2423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team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the Skill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325880"/>
            <a:ext cx="182880" cy="18288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486400" y="1143000"/>
            <a:ext cx="731520" cy="73152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132588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0060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4800600" y="2423160"/>
            <a:ext cx="210312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4"/>
          <p:cNvSpPr/>
          <p:nvPr/>
        </p:nvSpPr>
        <p:spPr>
          <a:xfrm>
            <a:off x="4892040" y="2423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validated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AXA policies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325880"/>
            <a:ext cx="182880" cy="18288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726680" y="1143000"/>
            <a:ext cx="731520" cy="731520"/>
          </a:xfrm>
          <a:prstGeom prst="ellipse">
            <a:avLst/>
          </a:prstGeom>
          <a:solidFill>
            <a:srgbClr val="1CC54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1325880"/>
            <a:ext cx="365760" cy="36576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04088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7040880" y="2423160"/>
            <a:ext cx="210312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18"/>
          <p:cNvSpPr/>
          <p:nvPr/>
        </p:nvSpPr>
        <p:spPr>
          <a:xfrm>
            <a:off x="7132320" y="2423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is live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 all teams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86200"/>
            <a:ext cx="411480" cy="4114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188720" y="374904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Skill goes live without approval. </a:t>
            </a: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security team validates data handling, compliance with AXA policies, and code safety before any Skill is published to the internal catalogue.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Remains at the center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graphicFrame>
        <p:nvGraphicFramePr>
          <p:cNvPr id="32" name="Diagramme 31">
            <a:extLst>
              <a:ext uri="{FF2B5EF4-FFF2-40B4-BE49-F238E27FC236}">
                <a16:creationId xmlns:a16="http://schemas.microsoft.com/office/drawing/2014/main" id="{2451C582-E16E-5C17-BA6D-B7B90945A8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3721466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3" name="Ellipse 32">
            <a:extLst>
              <a:ext uri="{FF2B5EF4-FFF2-40B4-BE49-F238E27FC236}">
                <a16:creationId xmlns:a16="http://schemas.microsoft.com/office/drawing/2014/main" id="{8D1D6538-4C70-6776-2530-6FA98B2B1644}"/>
              </a:ext>
            </a:extLst>
          </p:cNvPr>
          <p:cNvSpPr/>
          <p:nvPr/>
        </p:nvSpPr>
        <p:spPr>
          <a:xfrm>
            <a:off x="3021497" y="1815880"/>
            <a:ext cx="2723321" cy="1391477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The </a:t>
            </a:r>
            <a:r>
              <a:rPr lang="fr-FR" sz="1400" dirty="0" err="1"/>
              <a:t>Automated</a:t>
            </a:r>
            <a:r>
              <a:rPr lang="fr-FR" sz="1400" dirty="0"/>
              <a:t> Security Checker </a:t>
            </a:r>
            <a:r>
              <a:rPr lang="fr-FR" sz="1400" dirty="0" err="1"/>
              <a:t>does</a:t>
            </a:r>
            <a:r>
              <a:rPr lang="fr-FR" sz="1400" dirty="0"/>
              <a:t> not replace experts. It augments </a:t>
            </a:r>
            <a:r>
              <a:rPr lang="fr-FR" sz="1400" dirty="0" err="1"/>
              <a:t>them</a:t>
            </a:r>
            <a:endParaRPr lang="fr-FR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F67B0-1A17-B4CC-E7FF-BDB80B67A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
            <a:extLst>
              <a:ext uri="{FF2B5EF4-FFF2-40B4-BE49-F238E27FC236}">
                <a16:creationId xmlns:a16="http://schemas.microsoft.com/office/drawing/2014/main" id="{92231FCA-D150-B459-F765-2ED71CA47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BE25EA3-878F-ABF8-EA57-91330DB6816D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66FD94E-6F9C-E836-D728-BBEE91777C78}"/>
              </a:ext>
            </a:extLst>
          </p:cNvPr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Vision: Toward an AI-Assisted Cloud SOC</a:t>
            </a:r>
            <a:endParaRPr lang="en-US" sz="2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EE0357-B095-049B-3405-0FB8329EA9C0}"/>
              </a:ext>
            </a:extLst>
          </p:cNvPr>
          <p:cNvSpPr/>
          <p:nvPr/>
        </p:nvSpPr>
        <p:spPr>
          <a:xfrm>
            <a:off x="91440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79CEEF3D-CD2A-E44C-41CF-C28B834474CA}"/>
              </a:ext>
            </a:extLst>
          </p:cNvPr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11614654-BABF-0EE9-CF40-03A338BC6E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390783"/>
              </p:ext>
            </p:extLst>
          </p:nvPr>
        </p:nvGraphicFramePr>
        <p:xfrm>
          <a:off x="2119423" y="659362"/>
          <a:ext cx="5652977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3FC326A-A219-D892-2208-2792A703F69A}"/>
              </a:ext>
            </a:extLst>
          </p:cNvPr>
          <p:cNvSpPr/>
          <p:nvPr/>
        </p:nvSpPr>
        <p:spPr>
          <a:xfrm>
            <a:off x="449249" y="4157935"/>
            <a:ext cx="4659464" cy="40710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>
                <a:solidFill>
                  <a:schemeClr val="bg1"/>
                </a:solidFill>
              </a:rPr>
              <a:t>The combination of AI + Azure Policy + Defender </a:t>
            </a:r>
            <a:r>
              <a:rPr lang="fr-FR" sz="1400" dirty="0" err="1">
                <a:solidFill>
                  <a:schemeClr val="bg1"/>
                </a:solidFill>
              </a:rPr>
              <a:t>is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currently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transforming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our</a:t>
            </a:r>
            <a:r>
              <a:rPr lang="fr-FR" sz="1400" dirty="0">
                <a:solidFill>
                  <a:schemeClr val="bg1"/>
                </a:solidFill>
              </a:rPr>
              <a:t> profession</a:t>
            </a:r>
          </a:p>
        </p:txBody>
      </p:sp>
    </p:spTree>
    <p:extLst>
      <p:ext uri="{BB962C8B-B14F-4D97-AF65-F5344CB8AC3E}">
        <p14:creationId xmlns:p14="http://schemas.microsoft.com/office/powerpoint/2010/main" val="1952224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45720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 Can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4852</TotalTime>
  <Words>721</Words>
  <Application>Microsoft Office PowerPoint</Application>
  <PresentationFormat>Affichage à l'écran (16:9)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Productivity - Skills &amp; Inner Sourcing</dc:title>
  <dc:subject>PptxGenJS Presentation</dc:subject>
  <dc:creator>AXA</dc:creator>
  <cp:lastModifiedBy>CAUBRIERE Sebastien</cp:lastModifiedBy>
  <cp:revision>4</cp:revision>
  <dcterms:created xsi:type="dcterms:W3CDTF">2026-02-23T09:58:45Z</dcterms:created>
  <dcterms:modified xsi:type="dcterms:W3CDTF">2026-03-09T09:57:13Z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13798d8-7c99-463a-80c2-51778cd077ca_Enabled">
    <vt:lpwstr>true</vt:lpwstr>
  </property>
  <property fmtid="{D5CDD505-2E9C-101B-9397-08002B2CF9AE}" pid="3" name="MSIP_Label_d13798d8-7c99-463a-80c2-51778cd077ca_SetDate">
    <vt:lpwstr>2026-02-23T13:19:31Z</vt:lpwstr>
  </property>
  <property fmtid="{D5CDD505-2E9C-101B-9397-08002B2CF9AE}" pid="4" name="MSIP_Label_d13798d8-7c99-463a-80c2-51778cd077ca_Method">
    <vt:lpwstr>Privileged</vt:lpwstr>
  </property>
  <property fmtid="{D5CDD505-2E9C-101B-9397-08002B2CF9AE}" pid="5" name="MSIP_Label_d13798d8-7c99-463a-80c2-51778cd077ca_Name">
    <vt:lpwstr>PUBLIC</vt:lpwstr>
  </property>
  <property fmtid="{D5CDD505-2E9C-101B-9397-08002B2CF9AE}" pid="6" name="MSIP_Label_d13798d8-7c99-463a-80c2-51778cd077ca_SiteId">
    <vt:lpwstr>396b38cc-aa65-492b-bb0e-3d94ed25a97b</vt:lpwstr>
  </property>
  <property fmtid="{D5CDD505-2E9C-101B-9397-08002B2CF9AE}" pid="7" name="MSIP_Label_d13798d8-7c99-463a-80c2-51778cd077ca_ActionId">
    <vt:lpwstr>7d183dcf-0fef-44df-abd4-2630bc8f1f97</vt:lpwstr>
  </property>
  <property fmtid="{D5CDD505-2E9C-101B-9397-08002B2CF9AE}" pid="8" name="MSIP_Label_d13798d8-7c99-463a-80c2-51778cd077ca_ContentBits">
    <vt:lpwstr>2</vt:lpwstr>
  </property>
  <property fmtid="{D5CDD505-2E9C-101B-9397-08002B2CF9AE}" pid="9" name="MSIP_Label_d13798d8-7c99-463a-80c2-51778cd077ca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Public</vt:lpwstr>
  </property>
</Properties>
</file>